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3D"/>
        </a:solidFill>
      </p:bgPr>
    </p:bg>
    <p:spTree>
      <p:nvGrpSpPr>
        <p:cNvPr id="1" name=""/>
        <p:cNvGrpSpPr/>
        <p:nvPr/>
      </p:nvGrpSpPr>
      <p:grpSpPr>
        <a:xfrm>
          <a:off x="0" y="0"/>
          <a:ext cx="0" cy="0"/>
          <a:chOff x="0" y="0"/>
          <a:chExt cx="0" cy="0"/>
        </a:xfrm>
      </p:grpSpPr>
      <p:sp>
        <p:nvSpPr>
          <p:cNvPr id="2" name="Shape 0"/>
          <p:cNvSpPr/>
          <p:nvPr/>
        </p:nvSpPr>
        <p:spPr>
          <a:xfrm>
            <a:off x="6858000" y="3291840"/>
            <a:ext cx="3657600" cy="3657600"/>
          </a:xfrm>
          <a:prstGeom prst="ellipse">
            <a:avLst/>
          </a:prstGeom>
          <a:solidFill>
            <a:srgbClr val="1C7293">
              <a:alpha val="25000"/>
            </a:srgbClr>
          </a:solidFill>
          <a:ln w="12700">
            <a:solidFill>
              <a:srgbClr val="1C7293"/>
            </a:solidFill>
            <a:prstDash val="solid"/>
          </a:ln>
        </p:spPr>
      </p:sp>
      <p:sp>
        <p:nvSpPr>
          <p:cNvPr id="3" name="Shape 1"/>
          <p:cNvSpPr/>
          <p:nvPr/>
        </p:nvSpPr>
        <p:spPr>
          <a:xfrm>
            <a:off x="7680960" y="3657600"/>
            <a:ext cx="2194560" cy="2194560"/>
          </a:xfrm>
          <a:prstGeom prst="ellipse">
            <a:avLst/>
          </a:prstGeom>
          <a:solidFill>
            <a:srgbClr val="065A82">
              <a:alpha val="40000"/>
            </a:srgbClr>
          </a:solidFill>
          <a:ln w="12700">
            <a:solidFill>
              <a:srgbClr val="065A82"/>
            </a:solidFill>
            <a:prstDash val="solid"/>
          </a:ln>
        </p:spPr>
      </p:sp>
      <p:sp>
        <p:nvSpPr>
          <p:cNvPr id="4" name="Text 2"/>
          <p:cNvSpPr/>
          <p:nvPr/>
        </p:nvSpPr>
        <p:spPr>
          <a:xfrm>
            <a:off x="548640" y="640080"/>
            <a:ext cx="5486400" cy="320040"/>
          </a:xfrm>
          <a:prstGeom prst="rect">
            <a:avLst/>
          </a:prstGeom>
          <a:noFill/>
          <a:ln/>
        </p:spPr>
        <p:txBody>
          <a:bodyPr wrap="square" lIns="0" tIns="0" rIns="0" bIns="0" rtlCol="0" anchor="ctr"/>
          <a:lstStyle/>
          <a:p>
            <a:pPr algn="l" indent="0" marL="0">
              <a:buNone/>
            </a:pPr>
            <a:r>
              <a:rPr lang="en-US" sz="1100" b="1" spc="600" kern="0" dirty="0">
                <a:solidFill>
                  <a:srgbClr val="9CA3AF"/>
                </a:solidFill>
                <a:latin typeface="Yu Gothic UI" pitchFamily="34" charset="0"/>
                <a:ea typeface="Yu Gothic UI" pitchFamily="34" charset="-122"/>
                <a:cs typeface="Yu Gothic UI" pitchFamily="34" charset="-120"/>
              </a:rPr>
              <a:t>DESIGN SYSTEM</a:t>
            </a:r>
            <a:endParaRPr lang="en-US" sz="1100" dirty="0"/>
          </a:p>
        </p:txBody>
      </p:sp>
      <p:sp>
        <p:nvSpPr>
          <p:cNvPr id="5" name="Text 3"/>
          <p:cNvSpPr/>
          <p:nvPr/>
        </p:nvSpPr>
        <p:spPr>
          <a:xfrm>
            <a:off x="548640" y="1280160"/>
            <a:ext cx="8229600" cy="914400"/>
          </a:xfrm>
          <a:prstGeom prst="rect">
            <a:avLst/>
          </a:prstGeom>
          <a:noFill/>
          <a:ln/>
        </p:spPr>
        <p:txBody>
          <a:bodyPr wrap="square" lIns="0" tIns="0" rIns="0" bIns="0" rtlCol="0" anchor="t"/>
          <a:lstStyle/>
          <a:p>
            <a:pPr algn="l" indent="0" marL="0">
              <a:buNone/>
            </a:pPr>
            <a:r>
              <a:rPr lang="en-US" sz="3600" b="1" dirty="0">
                <a:solidFill>
                  <a:srgbClr val="FFFFFF"/>
                </a:solidFill>
                <a:latin typeface="Yu Gothic UI" pitchFamily="34" charset="0"/>
                <a:ea typeface="Yu Gothic UI" pitchFamily="34" charset="-122"/>
                <a:cs typeface="Yu Gothic UI" pitchFamily="34" charset="-120"/>
              </a:rPr>
              <a:t>コンポーネントカタログ</a:t>
            </a:r>
            <a:endParaRPr lang="en-US" sz="3600" dirty="0"/>
          </a:p>
        </p:txBody>
      </p:sp>
      <p:sp>
        <p:nvSpPr>
          <p:cNvPr id="6" name="Text 4"/>
          <p:cNvSpPr/>
          <p:nvPr/>
        </p:nvSpPr>
        <p:spPr>
          <a:xfrm>
            <a:off x="548640" y="2377440"/>
            <a:ext cx="7772400" cy="365760"/>
          </a:xfrm>
          <a:prstGeom prst="rect">
            <a:avLst/>
          </a:prstGeom>
          <a:noFill/>
          <a:ln/>
        </p:spPr>
        <p:txBody>
          <a:bodyPr wrap="square" lIns="0" tIns="0" rIns="0" bIns="0" rtlCol="0" anchor="ctr"/>
          <a:lstStyle/>
          <a:p>
            <a:pPr algn="l" indent="0" marL="0">
              <a:buNone/>
            </a:pPr>
            <a:r>
              <a:rPr lang="en-US" sz="1400" dirty="0">
                <a:solidFill>
                  <a:srgbClr val="CADCFC"/>
                </a:solidFill>
                <a:latin typeface="Yu Gothic UI" pitchFamily="34" charset="0"/>
                <a:ea typeface="Yu Gothic UI" pitchFamily="34" charset="-122"/>
                <a:cs typeface="Yu Gothic UI" pitchFamily="34" charset="-120"/>
              </a:rPr>
              <a:t>L2ノルム+窓統計 分析スライドで使用したコンポーネントの見本と使い所</a:t>
            </a:r>
            <a:endParaRPr lang="en-US" sz="1400" dirty="0"/>
          </a:p>
        </p:txBody>
      </p:sp>
      <p:sp>
        <p:nvSpPr>
          <p:cNvPr id="7" name="Shape 5"/>
          <p:cNvSpPr/>
          <p:nvPr/>
        </p:nvSpPr>
        <p:spPr>
          <a:xfrm>
            <a:off x="548640" y="4114800"/>
            <a:ext cx="36576" cy="777240"/>
          </a:xfrm>
          <a:prstGeom prst="rect">
            <a:avLst/>
          </a:prstGeom>
          <a:solidFill>
            <a:srgbClr val="D97706"/>
          </a:solidFill>
          <a:ln w="12700">
            <a:solidFill>
              <a:srgbClr val="D97706"/>
            </a:solidFill>
            <a:prstDash val="solid"/>
          </a:ln>
        </p:spPr>
      </p:sp>
      <p:sp>
        <p:nvSpPr>
          <p:cNvPr id="8" name="Text 6"/>
          <p:cNvSpPr/>
          <p:nvPr/>
        </p:nvSpPr>
        <p:spPr>
          <a:xfrm>
            <a:off x="731520" y="4114800"/>
            <a:ext cx="4572000" cy="777240"/>
          </a:xfrm>
          <a:prstGeom prst="rect">
            <a:avLst/>
          </a:prstGeom>
          <a:noFill/>
          <a:ln/>
        </p:spPr>
        <p:txBody>
          <a:bodyPr wrap="square" lIns="0" tIns="0" rIns="0" bIns="0" rtlCol="0" anchor="t"/>
          <a:lstStyle/>
          <a:p>
            <a:pPr indent="0" marL="0">
              <a:buNone/>
            </a:pPr>
            <a:r>
              <a:rPr lang="en-US" sz="1100" dirty="0">
                <a:solidFill>
                  <a:srgbClr val="FFFFFF"/>
                </a:solidFill>
                <a:latin typeface="Yu Gothic UI" pitchFamily="34" charset="0"/>
                <a:ea typeface="Yu Gothic UI" pitchFamily="34" charset="-122"/>
                <a:cs typeface="Yu Gothic UI" pitchFamily="34" charset="-120"/>
              </a:rPr>
              <a:t>1. タイポグラフィ</a:t>
            </a:r>
            <a:endParaRPr lang="en-US" sz="1100" dirty="0"/>
          </a:p>
          <a:p>
            <a:pPr indent="0" marL="0">
              <a:buNone/>
            </a:pPr>
            <a:r>
              <a:rPr lang="en-US" sz="1100" dirty="0">
                <a:solidFill>
                  <a:srgbClr val="FFFFFF"/>
                </a:solidFill>
                <a:latin typeface="Yu Gothic UI" pitchFamily="34" charset="0"/>
                <a:ea typeface="Yu Gothic UI" pitchFamily="34" charset="-122"/>
                <a:cs typeface="Yu Gothic UI" pitchFamily="34" charset="-120"/>
              </a:rPr>
              <a:t>2. カード</a:t>
            </a:r>
            <a:endParaRPr lang="en-US" sz="1100" dirty="0"/>
          </a:p>
          <a:p>
            <a:pPr indent="0" marL="0">
              <a:buNone/>
            </a:pPr>
            <a:r>
              <a:rPr lang="en-US" sz="1100" dirty="0">
                <a:solidFill>
                  <a:srgbClr val="FFFFFF"/>
                </a:solidFill>
                <a:latin typeface="Yu Gothic UI" pitchFamily="34" charset="0"/>
                <a:ea typeface="Yu Gothic UI" pitchFamily="34" charset="-122"/>
                <a:cs typeface="Yu Gothic UI" pitchFamily="34" charset="-120"/>
              </a:rPr>
              <a:t>3. インジケータ</a:t>
            </a:r>
            <a:endParaRPr lang="en-US" sz="1100" dirty="0"/>
          </a:p>
          <a:p>
            <a:pPr indent="0" marL="0">
              <a:buNone/>
            </a:pPr>
            <a:r>
              <a:rPr lang="en-US" sz="1100" dirty="0">
                <a:solidFill>
                  <a:srgbClr val="FFFFFF"/>
                </a:solidFill>
                <a:latin typeface="Yu Gothic UI" pitchFamily="34" charset="0"/>
                <a:ea typeface="Yu Gothic UI" pitchFamily="34" charset="-122"/>
                <a:cs typeface="Yu Gothic UI" pitchFamily="34" charset="-120"/>
              </a:rPr>
              <a:t>4. レイアウト</a:t>
            </a:r>
            <a:endParaRPr lang="en-US" sz="1100" dirty="0"/>
          </a:p>
          <a:p>
            <a:pPr indent="0" marL="0">
              <a:buNone/>
            </a:pPr>
            <a:r>
              <a:rPr lang="en-US" sz="1100" dirty="0">
                <a:solidFill>
                  <a:srgbClr val="FFFFFF"/>
                </a:solidFill>
                <a:latin typeface="Yu Gothic UI" pitchFamily="34" charset="0"/>
                <a:ea typeface="Yu Gothic UI" pitchFamily="34" charset="-122"/>
                <a:cs typeface="Yu Gothic UI" pitchFamily="34" charset="-120"/>
              </a:rPr>
              <a:t>5. カラー &amp; フォント</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0F1B3D"/>
          </a:solidFill>
          <a:ln w="12700">
            <a:solidFill>
              <a:srgbClr val="0F1B3D"/>
            </a:solidFill>
            <a:prstDash val="solid"/>
          </a:ln>
        </p:spPr>
      </p:sp>
      <p:sp>
        <p:nvSpPr>
          <p:cNvPr id="3" name="Text 1"/>
          <p:cNvSpPr/>
          <p:nvPr/>
        </p:nvSpPr>
        <p:spPr>
          <a:xfrm>
            <a:off x="365760" y="0"/>
            <a:ext cx="3657600" cy="384048"/>
          </a:xfrm>
          <a:prstGeom prst="rect">
            <a:avLst/>
          </a:prstGeom>
          <a:noFill/>
          <a:ln/>
        </p:spPr>
        <p:txBody>
          <a:bodyPr wrap="square" lIns="0" tIns="0" rIns="0" bIns="0" rtlCol="0" anchor="ctr"/>
          <a:lstStyle/>
          <a:p>
            <a:pPr algn="l" indent="0" marL="0">
              <a:buNone/>
            </a:pPr>
            <a:r>
              <a:rPr lang="en-US" sz="900" b="1" spc="400" kern="0" dirty="0">
                <a:solidFill>
                  <a:srgbClr val="FFFFFF"/>
                </a:solidFill>
                <a:latin typeface="Yu Gothic UI" pitchFamily="34" charset="0"/>
                <a:ea typeface="Yu Gothic UI" pitchFamily="34" charset="-122"/>
                <a:cs typeface="Yu Gothic UI" pitchFamily="34" charset="-120"/>
              </a:rPr>
              <a:t>COMPONENT CATALOG</a:t>
            </a:r>
            <a:endParaRPr lang="en-US" sz="900" dirty="0"/>
          </a:p>
        </p:txBody>
      </p:sp>
      <p:sp>
        <p:nvSpPr>
          <p:cNvPr id="4" name="Text 2"/>
          <p:cNvSpPr/>
          <p:nvPr/>
        </p:nvSpPr>
        <p:spPr>
          <a:xfrm>
            <a:off x="8229600" y="0"/>
            <a:ext cx="777240" cy="384048"/>
          </a:xfrm>
          <a:prstGeom prst="rect">
            <a:avLst/>
          </a:prstGeom>
          <a:noFill/>
          <a:ln/>
        </p:spPr>
        <p:txBody>
          <a:bodyPr wrap="square" lIns="0" tIns="0" rIns="0" bIns="0" rtlCol="0" anchor="ctr"/>
          <a:lstStyle/>
          <a:p>
            <a:pPr algn="r" indent="0" marL="0">
              <a:buNone/>
            </a:pPr>
            <a:r>
              <a:rPr lang="en-US" sz="900" dirty="0">
                <a:solidFill>
                  <a:srgbClr val="9CA3AF"/>
                </a:solidFill>
                <a:latin typeface="Yu Gothic UI" pitchFamily="34" charset="0"/>
                <a:ea typeface="Yu Gothic UI" pitchFamily="34" charset="-122"/>
                <a:cs typeface="Yu Gothic UI" pitchFamily="34" charset="-120"/>
              </a:rPr>
              <a:t>2 / 6</a:t>
            </a:r>
            <a:endParaRPr lang="en-US" sz="9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algn="l" indent="0" marL="0">
              <a:buNone/>
            </a:pPr>
            <a:r>
              <a:rPr lang="en-US" sz="2200" b="1" dirty="0">
                <a:solidFill>
                  <a:srgbClr val="0F1B3D"/>
                </a:solidFill>
                <a:latin typeface="Yu Gothic UI" pitchFamily="34" charset="0"/>
                <a:ea typeface="Yu Gothic UI" pitchFamily="34" charset="-122"/>
                <a:cs typeface="Yu Gothic UI" pitchFamily="34" charset="-120"/>
              </a:rPr>
              <a:t>1.  タイポグラフィ</a:t>
            </a:r>
            <a:endParaRPr lang="en-US" sz="2200" dirty="0"/>
          </a:p>
        </p:txBody>
      </p:sp>
      <p:sp>
        <p:nvSpPr>
          <p:cNvPr id="6" name="Shape 4"/>
          <p:cNvSpPr/>
          <p:nvPr/>
        </p:nvSpPr>
        <p:spPr>
          <a:xfrm>
            <a:off x="457200" y="1033272"/>
            <a:ext cx="8229600" cy="22860"/>
          </a:xfrm>
          <a:prstGeom prst="rect">
            <a:avLst/>
          </a:prstGeom>
          <a:solidFill>
            <a:srgbClr val="E2E8F0"/>
          </a:solidFill>
          <a:ln w="12700">
            <a:solidFill>
              <a:srgbClr val="E2E8F0"/>
            </a:solidFill>
            <a:prstDash val="solid"/>
          </a:ln>
        </p:spPr>
      </p:sp>
      <p:sp>
        <p:nvSpPr>
          <p:cNvPr id="7" name="Shape 5"/>
          <p:cNvSpPr/>
          <p:nvPr/>
        </p:nvSpPr>
        <p:spPr>
          <a:xfrm>
            <a:off x="457200" y="1188720"/>
            <a:ext cx="4069080" cy="1188720"/>
          </a:xfrm>
          <a:prstGeom prst="rect">
            <a:avLst/>
          </a:prstGeom>
          <a:solidFill>
            <a:srgbClr val="FFFFFF"/>
          </a:solidFill>
          <a:ln w="9525">
            <a:solidFill>
              <a:srgbClr val="E2E8F0"/>
            </a:solidFill>
            <a:prstDash val="solid"/>
          </a:ln>
        </p:spPr>
      </p:sp>
      <p:sp>
        <p:nvSpPr>
          <p:cNvPr id="8" name="Shape 6"/>
          <p:cNvSpPr/>
          <p:nvPr/>
        </p:nvSpPr>
        <p:spPr>
          <a:xfrm>
            <a:off x="457200" y="1188720"/>
            <a:ext cx="4069080" cy="274320"/>
          </a:xfrm>
          <a:prstGeom prst="rect">
            <a:avLst/>
          </a:prstGeom>
          <a:solidFill>
            <a:srgbClr val="F8FAFC"/>
          </a:solidFill>
          <a:ln w="12700">
            <a:solidFill>
              <a:srgbClr val="E2E8F0"/>
            </a:solidFill>
            <a:prstDash val="solid"/>
          </a:ln>
        </p:spPr>
      </p:sp>
      <p:sp>
        <p:nvSpPr>
          <p:cNvPr id="9" name="Text 7"/>
          <p:cNvSpPr/>
          <p:nvPr/>
        </p:nvSpPr>
        <p:spPr>
          <a:xfrm>
            <a:off x="594360" y="1188720"/>
            <a:ext cx="3794760" cy="274320"/>
          </a:xfrm>
          <a:prstGeom prst="rect">
            <a:avLst/>
          </a:prstGeom>
          <a:noFill/>
          <a:ln/>
        </p:spPr>
        <p:txBody>
          <a:bodyPr wrap="square" lIns="0" tIns="0" rIns="0" bIns="0" rtlCol="0" anchor="ctr"/>
          <a:lstStyle/>
          <a:p>
            <a:pPr algn="l" indent="0" marL="0">
              <a:buNone/>
            </a:pPr>
            <a:r>
              <a:rPr lang="en-US" sz="1000" b="1" dirty="0">
                <a:solidFill>
                  <a:srgbClr val="0F1B3D"/>
                </a:solidFill>
                <a:latin typeface="Yu Gothic UI" pitchFamily="34" charset="0"/>
                <a:ea typeface="Yu Gothic UI" pitchFamily="34" charset="-122"/>
                <a:cs typeface="Yu Gothic UI" pitchFamily="34" charset="-120"/>
              </a:rPr>
              <a:t>スライドタイトル</a:t>
            </a:r>
            <a:endParaRPr lang="en-US" sz="1000" dirty="0"/>
          </a:p>
        </p:txBody>
      </p:sp>
      <p:sp>
        <p:nvSpPr>
          <p:cNvPr id="10" name="Shape 8"/>
          <p:cNvSpPr/>
          <p:nvPr/>
        </p:nvSpPr>
        <p:spPr>
          <a:xfrm>
            <a:off x="457200" y="1865376"/>
            <a:ext cx="4069080" cy="4572"/>
          </a:xfrm>
          <a:prstGeom prst="rect">
            <a:avLst/>
          </a:prstGeom>
          <a:solidFill>
            <a:srgbClr val="E2E8F0"/>
          </a:solidFill>
          <a:ln w="12700">
            <a:solidFill>
              <a:srgbClr val="E2E8F0"/>
            </a:solidFill>
            <a:prstDash val="solid"/>
          </a:ln>
        </p:spPr>
      </p:sp>
      <p:sp>
        <p:nvSpPr>
          <p:cNvPr id="11" name="Shape 9"/>
          <p:cNvSpPr/>
          <p:nvPr/>
        </p:nvSpPr>
        <p:spPr>
          <a:xfrm>
            <a:off x="594360" y="1508760"/>
            <a:ext cx="3794760" cy="320040"/>
          </a:xfrm>
          <a:prstGeom prst="rect">
            <a:avLst/>
          </a:prstGeom>
          <a:solidFill>
            <a:srgbClr val="F8FAFC"/>
          </a:solidFill>
          <a:ln w="6350">
            <a:solidFill>
              <a:srgbClr val="E2E8F0"/>
            </a:solidFill>
            <a:prstDash val="solid"/>
          </a:ln>
        </p:spPr>
      </p:sp>
      <p:sp>
        <p:nvSpPr>
          <p:cNvPr id="12" name="Text 10"/>
          <p:cNvSpPr/>
          <p:nvPr/>
        </p:nvSpPr>
        <p:spPr>
          <a:xfrm>
            <a:off x="685800" y="1508760"/>
            <a:ext cx="3611880" cy="320040"/>
          </a:xfrm>
          <a:prstGeom prst="rect">
            <a:avLst/>
          </a:prstGeom>
          <a:noFill/>
          <a:ln/>
        </p:spPr>
        <p:txBody>
          <a:bodyPr wrap="square" lIns="0" tIns="0" rIns="0" bIns="0" rtlCol="0" anchor="ctr"/>
          <a:lstStyle/>
          <a:p>
            <a:pPr algn="l" indent="0" marL="0">
              <a:buNone/>
            </a:pPr>
            <a:r>
              <a:rPr lang="en-US" sz="1600" b="1" dirty="0">
                <a:solidFill>
                  <a:srgbClr val="0F1B3D"/>
                </a:solidFill>
                <a:latin typeface="Yu Gothic UI" pitchFamily="34" charset="0"/>
                <a:ea typeface="Yu Gothic UI" pitchFamily="34" charset="-122"/>
                <a:cs typeface="Yu Gothic UI" pitchFamily="34" charset="-120"/>
              </a:rPr>
              <a:t>ノルム時系列で走行/非走行の帯がはっきり見える</a:t>
            </a:r>
            <a:endParaRPr lang="en-US" sz="1600" dirty="0"/>
          </a:p>
        </p:txBody>
      </p:sp>
      <p:sp>
        <p:nvSpPr>
          <p:cNvPr id="13" name="Text 11"/>
          <p:cNvSpPr/>
          <p:nvPr/>
        </p:nvSpPr>
        <p:spPr>
          <a:xfrm>
            <a:off x="594360" y="1874520"/>
            <a:ext cx="3794760" cy="457200"/>
          </a:xfrm>
          <a:prstGeom prst="rect">
            <a:avLst/>
          </a:prstGeom>
          <a:noFill/>
          <a:ln/>
        </p:spPr>
        <p:txBody>
          <a:bodyPr wrap="square" lIns="0" tIns="0" rIns="0" bIns="0" rtlCol="0" anchor="t"/>
          <a:lstStyle/>
          <a:p>
            <a:pPr indent="0" marL="0">
              <a:buNone/>
            </a:pPr>
            <a:r>
              <a:rPr lang="en-US" sz="850" b="1" spc="200" kern="0" dirty="0">
                <a:solidFill>
                  <a:srgbClr val="D97706"/>
                </a:solidFill>
                <a:latin typeface="Yu Gothic UI" pitchFamily="34" charset="0"/>
                <a:ea typeface="Yu Gothic UI" pitchFamily="34" charset="-122"/>
                <a:cs typeface="Yu Gothic UI" pitchFamily="34" charset="-120"/>
              </a:rPr>
              <a:t>使い所  </a:t>
            </a:r>
            <a:pPr indent="0" marL="0">
              <a:buNone/>
            </a:pPr>
            <a:r>
              <a:rPr lang="en-US" sz="900" dirty="0">
                <a:solidFill>
                  <a:srgbClr val="1F2937"/>
                </a:solidFill>
                <a:latin typeface="Yu Gothic UI" pitchFamily="34" charset="0"/>
                <a:ea typeface="Yu Gothic UI" pitchFamily="34" charset="-122"/>
                <a:cs typeface="Yu Gothic UI" pitchFamily="34" charset="-120"/>
              </a:rPr>
              <a:t>本編スライドの主見出し。各スライド左上、サブタイトルとセットで使用。</a:t>
            </a:r>
            <a:endParaRPr lang="en-US" sz="850" dirty="0"/>
          </a:p>
        </p:txBody>
      </p:sp>
      <p:sp>
        <p:nvSpPr>
          <p:cNvPr id="14" name="Shape 12"/>
          <p:cNvSpPr/>
          <p:nvPr/>
        </p:nvSpPr>
        <p:spPr>
          <a:xfrm>
            <a:off x="4617720" y="1188720"/>
            <a:ext cx="4069080" cy="1188720"/>
          </a:xfrm>
          <a:prstGeom prst="rect">
            <a:avLst/>
          </a:prstGeom>
          <a:solidFill>
            <a:srgbClr val="FFFFFF"/>
          </a:solidFill>
          <a:ln w="9525">
            <a:solidFill>
              <a:srgbClr val="E2E8F0"/>
            </a:solidFill>
            <a:prstDash val="solid"/>
          </a:ln>
        </p:spPr>
      </p:sp>
      <p:sp>
        <p:nvSpPr>
          <p:cNvPr id="15" name="Shape 13"/>
          <p:cNvSpPr/>
          <p:nvPr/>
        </p:nvSpPr>
        <p:spPr>
          <a:xfrm>
            <a:off x="4617720" y="1188720"/>
            <a:ext cx="4069080" cy="274320"/>
          </a:xfrm>
          <a:prstGeom prst="rect">
            <a:avLst/>
          </a:prstGeom>
          <a:solidFill>
            <a:srgbClr val="F8FAFC"/>
          </a:solidFill>
          <a:ln w="12700">
            <a:solidFill>
              <a:srgbClr val="E2E8F0"/>
            </a:solidFill>
            <a:prstDash val="solid"/>
          </a:ln>
        </p:spPr>
      </p:sp>
      <p:sp>
        <p:nvSpPr>
          <p:cNvPr id="16" name="Text 14"/>
          <p:cNvSpPr/>
          <p:nvPr/>
        </p:nvSpPr>
        <p:spPr>
          <a:xfrm>
            <a:off x="4754880" y="1188720"/>
            <a:ext cx="3794760" cy="274320"/>
          </a:xfrm>
          <a:prstGeom prst="rect">
            <a:avLst/>
          </a:prstGeom>
          <a:noFill/>
          <a:ln/>
        </p:spPr>
        <p:txBody>
          <a:bodyPr wrap="square" lIns="0" tIns="0" rIns="0" bIns="0" rtlCol="0" anchor="ctr"/>
          <a:lstStyle/>
          <a:p>
            <a:pPr algn="l" indent="0" marL="0">
              <a:buNone/>
            </a:pPr>
            <a:r>
              <a:rPr lang="en-US" sz="1000" b="1" dirty="0">
                <a:solidFill>
                  <a:srgbClr val="0F1B3D"/>
                </a:solidFill>
                <a:latin typeface="Yu Gothic UI" pitchFamily="34" charset="0"/>
                <a:ea typeface="Yu Gothic UI" pitchFamily="34" charset="-122"/>
                <a:cs typeface="Yu Gothic UI" pitchFamily="34" charset="-120"/>
              </a:rPr>
              <a:t>サブタイトル</a:t>
            </a:r>
            <a:endParaRPr lang="en-US" sz="1000" dirty="0"/>
          </a:p>
        </p:txBody>
      </p:sp>
      <p:sp>
        <p:nvSpPr>
          <p:cNvPr id="17" name="Shape 15"/>
          <p:cNvSpPr/>
          <p:nvPr/>
        </p:nvSpPr>
        <p:spPr>
          <a:xfrm>
            <a:off x="4617720" y="1865376"/>
            <a:ext cx="4069080" cy="4572"/>
          </a:xfrm>
          <a:prstGeom prst="rect">
            <a:avLst/>
          </a:prstGeom>
          <a:solidFill>
            <a:srgbClr val="E2E8F0"/>
          </a:solidFill>
          <a:ln w="12700">
            <a:solidFill>
              <a:srgbClr val="E2E8F0"/>
            </a:solidFill>
            <a:prstDash val="solid"/>
          </a:ln>
        </p:spPr>
      </p:sp>
      <p:sp>
        <p:nvSpPr>
          <p:cNvPr id="18" name="Shape 16"/>
          <p:cNvSpPr/>
          <p:nvPr/>
        </p:nvSpPr>
        <p:spPr>
          <a:xfrm>
            <a:off x="4754880" y="1508760"/>
            <a:ext cx="3794760" cy="320040"/>
          </a:xfrm>
          <a:prstGeom prst="rect">
            <a:avLst/>
          </a:prstGeom>
          <a:solidFill>
            <a:srgbClr val="F8FAFC"/>
          </a:solidFill>
          <a:ln w="6350">
            <a:solidFill>
              <a:srgbClr val="E2E8F0"/>
            </a:solidFill>
            <a:prstDash val="solid"/>
          </a:ln>
        </p:spPr>
      </p:sp>
      <p:sp>
        <p:nvSpPr>
          <p:cNvPr id="19" name="Text 17"/>
          <p:cNvSpPr/>
          <p:nvPr/>
        </p:nvSpPr>
        <p:spPr>
          <a:xfrm>
            <a:off x="4846320" y="1508760"/>
            <a:ext cx="3611880" cy="320040"/>
          </a:xfrm>
          <a:prstGeom prst="rect">
            <a:avLst/>
          </a:prstGeom>
          <a:noFill/>
          <a:ln/>
        </p:spPr>
        <p:txBody>
          <a:bodyPr wrap="square" lIns="0" tIns="0" rIns="0" bIns="0" rtlCol="0" anchor="ctr"/>
          <a:lstStyle/>
          <a:p>
            <a:pPr algn="l" indent="0" marL="0">
              <a:buNone/>
            </a:pPr>
            <a:r>
              <a:rPr lang="en-US" sz="1100" dirty="0">
                <a:solidFill>
                  <a:srgbClr val="64748B"/>
                </a:solidFill>
                <a:latin typeface="Yu Gothic UI" pitchFamily="34" charset="0"/>
                <a:ea typeface="Yu Gothic UI" pitchFamily="34" charset="-122"/>
                <a:cs typeface="Yu Gothic UI" pitchFamily="34" charset="-120"/>
              </a:rPr>
              <a:t>1回目(10時)・imu — acc_norm(上) / ang_norm(下) の全区間</a:t>
            </a:r>
            <a:endParaRPr lang="en-US" sz="1100" dirty="0"/>
          </a:p>
        </p:txBody>
      </p:sp>
      <p:sp>
        <p:nvSpPr>
          <p:cNvPr id="20" name="Text 18"/>
          <p:cNvSpPr/>
          <p:nvPr/>
        </p:nvSpPr>
        <p:spPr>
          <a:xfrm>
            <a:off x="4754880" y="1874520"/>
            <a:ext cx="3794760" cy="457200"/>
          </a:xfrm>
          <a:prstGeom prst="rect">
            <a:avLst/>
          </a:prstGeom>
          <a:noFill/>
          <a:ln/>
        </p:spPr>
        <p:txBody>
          <a:bodyPr wrap="square" lIns="0" tIns="0" rIns="0" bIns="0" rtlCol="0" anchor="t"/>
          <a:lstStyle/>
          <a:p>
            <a:pPr indent="0" marL="0">
              <a:buNone/>
            </a:pPr>
            <a:r>
              <a:rPr lang="en-US" sz="850" b="1" spc="200" kern="0" dirty="0">
                <a:solidFill>
                  <a:srgbClr val="D97706"/>
                </a:solidFill>
                <a:latin typeface="Yu Gothic UI" pitchFamily="34" charset="0"/>
                <a:ea typeface="Yu Gothic UI" pitchFamily="34" charset="-122"/>
                <a:cs typeface="Yu Gothic UI" pitchFamily="34" charset="-120"/>
              </a:rPr>
              <a:t>使い所  </a:t>
            </a:r>
            <a:pPr indent="0" marL="0">
              <a:buNone/>
            </a:pPr>
            <a:r>
              <a:rPr lang="en-US" sz="900" dirty="0">
                <a:solidFill>
                  <a:srgbClr val="1F2937"/>
                </a:solidFill>
                <a:latin typeface="Yu Gothic UI" pitchFamily="34" charset="0"/>
                <a:ea typeface="Yu Gothic UI" pitchFamily="34" charset="-122"/>
                <a:cs typeface="Yu Gothic UI" pitchFamily="34" charset="-120"/>
              </a:rPr>
              <a:t>タイトルの直下に配置、補足や対象範囲を1行で添える。muted色で控えめに。</a:t>
            </a:r>
            <a:endParaRPr lang="en-US" sz="850" dirty="0"/>
          </a:p>
        </p:txBody>
      </p:sp>
      <p:sp>
        <p:nvSpPr>
          <p:cNvPr id="21" name="Shape 19"/>
          <p:cNvSpPr/>
          <p:nvPr/>
        </p:nvSpPr>
        <p:spPr>
          <a:xfrm>
            <a:off x="457200" y="2432304"/>
            <a:ext cx="4069080" cy="1188720"/>
          </a:xfrm>
          <a:prstGeom prst="rect">
            <a:avLst/>
          </a:prstGeom>
          <a:solidFill>
            <a:srgbClr val="FFFFFF"/>
          </a:solidFill>
          <a:ln w="9525">
            <a:solidFill>
              <a:srgbClr val="E2E8F0"/>
            </a:solidFill>
            <a:prstDash val="solid"/>
          </a:ln>
        </p:spPr>
      </p:sp>
      <p:sp>
        <p:nvSpPr>
          <p:cNvPr id="22" name="Shape 20"/>
          <p:cNvSpPr/>
          <p:nvPr/>
        </p:nvSpPr>
        <p:spPr>
          <a:xfrm>
            <a:off x="457200" y="2432304"/>
            <a:ext cx="4069080" cy="274320"/>
          </a:xfrm>
          <a:prstGeom prst="rect">
            <a:avLst/>
          </a:prstGeom>
          <a:solidFill>
            <a:srgbClr val="F8FAFC"/>
          </a:solidFill>
          <a:ln w="12700">
            <a:solidFill>
              <a:srgbClr val="E2E8F0"/>
            </a:solidFill>
            <a:prstDash val="solid"/>
          </a:ln>
        </p:spPr>
      </p:sp>
      <p:sp>
        <p:nvSpPr>
          <p:cNvPr id="23" name="Text 21"/>
          <p:cNvSpPr/>
          <p:nvPr/>
        </p:nvSpPr>
        <p:spPr>
          <a:xfrm>
            <a:off x="594360" y="2432304"/>
            <a:ext cx="3794760" cy="274320"/>
          </a:xfrm>
          <a:prstGeom prst="rect">
            <a:avLst/>
          </a:prstGeom>
          <a:noFill/>
          <a:ln/>
        </p:spPr>
        <p:txBody>
          <a:bodyPr wrap="square" lIns="0" tIns="0" rIns="0" bIns="0" rtlCol="0" anchor="ctr"/>
          <a:lstStyle/>
          <a:p>
            <a:pPr algn="l" indent="0" marL="0">
              <a:buNone/>
            </a:pPr>
            <a:r>
              <a:rPr lang="en-US" sz="1000" b="1" dirty="0">
                <a:solidFill>
                  <a:srgbClr val="0F1B3D"/>
                </a:solidFill>
                <a:latin typeface="Yu Gothic UI" pitchFamily="34" charset="0"/>
                <a:ea typeface="Yu Gothic UI" pitchFamily="34" charset="-122"/>
                <a:cs typeface="Yu Gothic UI" pitchFamily="34" charset="-120"/>
              </a:rPr>
              <a:t>セクションラベル</a:t>
            </a:r>
            <a:endParaRPr lang="en-US" sz="1000" dirty="0"/>
          </a:p>
        </p:txBody>
      </p:sp>
      <p:sp>
        <p:nvSpPr>
          <p:cNvPr id="24" name="Shape 22"/>
          <p:cNvSpPr/>
          <p:nvPr/>
        </p:nvSpPr>
        <p:spPr>
          <a:xfrm>
            <a:off x="457200" y="3108960"/>
            <a:ext cx="4069080" cy="4572"/>
          </a:xfrm>
          <a:prstGeom prst="rect">
            <a:avLst/>
          </a:prstGeom>
          <a:solidFill>
            <a:srgbClr val="E2E8F0"/>
          </a:solidFill>
          <a:ln w="12700">
            <a:solidFill>
              <a:srgbClr val="E2E8F0"/>
            </a:solidFill>
            <a:prstDash val="solid"/>
          </a:ln>
        </p:spPr>
      </p:sp>
      <p:sp>
        <p:nvSpPr>
          <p:cNvPr id="25" name="Shape 23"/>
          <p:cNvSpPr/>
          <p:nvPr/>
        </p:nvSpPr>
        <p:spPr>
          <a:xfrm>
            <a:off x="594360" y="2752344"/>
            <a:ext cx="3794760" cy="320040"/>
          </a:xfrm>
          <a:prstGeom prst="rect">
            <a:avLst/>
          </a:prstGeom>
          <a:solidFill>
            <a:srgbClr val="F8FAFC"/>
          </a:solidFill>
          <a:ln w="6350">
            <a:solidFill>
              <a:srgbClr val="E2E8F0"/>
            </a:solidFill>
            <a:prstDash val="solid"/>
          </a:ln>
        </p:spPr>
      </p:sp>
      <p:sp>
        <p:nvSpPr>
          <p:cNvPr id="26" name="Text 24"/>
          <p:cNvSpPr/>
          <p:nvPr/>
        </p:nvSpPr>
        <p:spPr>
          <a:xfrm>
            <a:off x="685800" y="2752344"/>
            <a:ext cx="3611880" cy="320040"/>
          </a:xfrm>
          <a:prstGeom prst="rect">
            <a:avLst/>
          </a:prstGeom>
          <a:noFill/>
          <a:ln/>
        </p:spPr>
        <p:txBody>
          <a:bodyPr wrap="square" lIns="0" tIns="0" rIns="0" bIns="0" rtlCol="0" anchor="ctr"/>
          <a:lstStyle/>
          <a:p>
            <a:pPr algn="l" indent="0" marL="0">
              <a:buNone/>
            </a:pPr>
            <a:r>
              <a:rPr lang="en-US" sz="1300" b="1" spc="400" kern="0" dirty="0">
                <a:solidFill>
                  <a:srgbClr val="1C7293"/>
                </a:solidFill>
                <a:latin typeface="Yu Gothic UI" pitchFamily="34" charset="0"/>
                <a:ea typeface="Yu Gothic UI" pitchFamily="34" charset="-122"/>
                <a:cs typeface="Yu Gothic UI" pitchFamily="34" charset="-120"/>
              </a:rPr>
              <a:t>OBSERVATION 1</a:t>
            </a:r>
            <a:endParaRPr lang="en-US" sz="1300" dirty="0"/>
          </a:p>
        </p:txBody>
      </p:sp>
      <p:sp>
        <p:nvSpPr>
          <p:cNvPr id="27" name="Text 25"/>
          <p:cNvSpPr/>
          <p:nvPr/>
        </p:nvSpPr>
        <p:spPr>
          <a:xfrm>
            <a:off x="594360" y="3118104"/>
            <a:ext cx="3794760" cy="457200"/>
          </a:xfrm>
          <a:prstGeom prst="rect">
            <a:avLst/>
          </a:prstGeom>
          <a:noFill/>
          <a:ln/>
        </p:spPr>
        <p:txBody>
          <a:bodyPr wrap="square" lIns="0" tIns="0" rIns="0" bIns="0" rtlCol="0" anchor="t"/>
          <a:lstStyle/>
          <a:p>
            <a:pPr indent="0" marL="0">
              <a:buNone/>
            </a:pPr>
            <a:r>
              <a:rPr lang="en-US" sz="850" b="1" spc="200" kern="0" dirty="0">
                <a:solidFill>
                  <a:srgbClr val="D97706"/>
                </a:solidFill>
                <a:latin typeface="Yu Gothic UI" pitchFamily="34" charset="0"/>
                <a:ea typeface="Yu Gothic UI" pitchFamily="34" charset="-122"/>
                <a:cs typeface="Yu Gothic UI" pitchFamily="34" charset="-120"/>
              </a:rPr>
              <a:t>使い所  </a:t>
            </a:r>
            <a:pPr indent="0" marL="0">
              <a:buNone/>
            </a:pPr>
            <a:r>
              <a:rPr lang="en-US" sz="900" dirty="0">
                <a:solidFill>
                  <a:srgbClr val="1F2937"/>
                </a:solidFill>
                <a:latin typeface="Yu Gothic UI" pitchFamily="34" charset="0"/>
                <a:ea typeface="Yu Gothic UI" pitchFamily="34" charset="-122"/>
                <a:cs typeface="Yu Gothic UI" pitchFamily="34" charset="-120"/>
              </a:rPr>
              <a:t>スライド最上部、章マーカー。英大文字+字間広めでアクセント。</a:t>
            </a:r>
            <a:endParaRPr lang="en-US" sz="850" dirty="0"/>
          </a:p>
        </p:txBody>
      </p:sp>
      <p:sp>
        <p:nvSpPr>
          <p:cNvPr id="28" name="Shape 26"/>
          <p:cNvSpPr/>
          <p:nvPr/>
        </p:nvSpPr>
        <p:spPr>
          <a:xfrm>
            <a:off x="4617720" y="2432304"/>
            <a:ext cx="4069080" cy="1188720"/>
          </a:xfrm>
          <a:prstGeom prst="rect">
            <a:avLst/>
          </a:prstGeom>
          <a:solidFill>
            <a:srgbClr val="FFFFFF"/>
          </a:solidFill>
          <a:ln w="9525">
            <a:solidFill>
              <a:srgbClr val="E2E8F0"/>
            </a:solidFill>
            <a:prstDash val="solid"/>
          </a:ln>
        </p:spPr>
      </p:sp>
      <p:sp>
        <p:nvSpPr>
          <p:cNvPr id="29" name="Shape 27"/>
          <p:cNvSpPr/>
          <p:nvPr/>
        </p:nvSpPr>
        <p:spPr>
          <a:xfrm>
            <a:off x="4617720" y="2432304"/>
            <a:ext cx="4069080" cy="274320"/>
          </a:xfrm>
          <a:prstGeom prst="rect">
            <a:avLst/>
          </a:prstGeom>
          <a:solidFill>
            <a:srgbClr val="F8FAFC"/>
          </a:solidFill>
          <a:ln w="12700">
            <a:solidFill>
              <a:srgbClr val="E2E8F0"/>
            </a:solidFill>
            <a:prstDash val="solid"/>
          </a:ln>
        </p:spPr>
      </p:sp>
      <p:sp>
        <p:nvSpPr>
          <p:cNvPr id="30" name="Text 28"/>
          <p:cNvSpPr/>
          <p:nvPr/>
        </p:nvSpPr>
        <p:spPr>
          <a:xfrm>
            <a:off x="4754880" y="2432304"/>
            <a:ext cx="3794760" cy="274320"/>
          </a:xfrm>
          <a:prstGeom prst="rect">
            <a:avLst/>
          </a:prstGeom>
          <a:noFill/>
          <a:ln/>
        </p:spPr>
        <p:txBody>
          <a:bodyPr wrap="square" lIns="0" tIns="0" rIns="0" bIns="0" rtlCol="0" anchor="ctr"/>
          <a:lstStyle/>
          <a:p>
            <a:pPr algn="l" indent="0" marL="0">
              <a:buNone/>
            </a:pPr>
            <a:r>
              <a:rPr lang="en-US" sz="1000" b="1" dirty="0">
                <a:solidFill>
                  <a:srgbClr val="0F1B3D"/>
                </a:solidFill>
                <a:latin typeface="Yu Gothic UI" pitchFamily="34" charset="0"/>
                <a:ea typeface="Yu Gothic UI" pitchFamily="34" charset="-122"/>
                <a:cs typeface="Yu Gothic UI" pitchFamily="34" charset="-120"/>
              </a:rPr>
              <a:t>フッター(注釈)</a:t>
            </a:r>
            <a:endParaRPr lang="en-US" sz="1000" dirty="0"/>
          </a:p>
        </p:txBody>
      </p:sp>
      <p:sp>
        <p:nvSpPr>
          <p:cNvPr id="31" name="Shape 29"/>
          <p:cNvSpPr/>
          <p:nvPr/>
        </p:nvSpPr>
        <p:spPr>
          <a:xfrm>
            <a:off x="4617720" y="3108960"/>
            <a:ext cx="4069080" cy="4572"/>
          </a:xfrm>
          <a:prstGeom prst="rect">
            <a:avLst/>
          </a:prstGeom>
          <a:solidFill>
            <a:srgbClr val="E2E8F0"/>
          </a:solidFill>
          <a:ln w="12700">
            <a:solidFill>
              <a:srgbClr val="E2E8F0"/>
            </a:solidFill>
            <a:prstDash val="solid"/>
          </a:ln>
        </p:spPr>
      </p:sp>
      <p:sp>
        <p:nvSpPr>
          <p:cNvPr id="32" name="Shape 30"/>
          <p:cNvSpPr/>
          <p:nvPr/>
        </p:nvSpPr>
        <p:spPr>
          <a:xfrm>
            <a:off x="4754880" y="2752344"/>
            <a:ext cx="3794760" cy="320040"/>
          </a:xfrm>
          <a:prstGeom prst="rect">
            <a:avLst/>
          </a:prstGeom>
          <a:solidFill>
            <a:srgbClr val="F8FAFC"/>
          </a:solidFill>
          <a:ln w="6350">
            <a:solidFill>
              <a:srgbClr val="E2E8F0"/>
            </a:solidFill>
            <a:prstDash val="solid"/>
          </a:ln>
        </p:spPr>
      </p:sp>
      <p:sp>
        <p:nvSpPr>
          <p:cNvPr id="33" name="Text 31"/>
          <p:cNvSpPr/>
          <p:nvPr/>
        </p:nvSpPr>
        <p:spPr>
          <a:xfrm>
            <a:off x="4846320" y="2752344"/>
            <a:ext cx="3611880" cy="320040"/>
          </a:xfrm>
          <a:prstGeom prst="rect">
            <a:avLst/>
          </a:prstGeom>
          <a:noFill/>
          <a:ln/>
        </p:spPr>
        <p:txBody>
          <a:bodyPr wrap="square" lIns="0" tIns="0" rIns="0" bIns="0" rtlCol="0" anchor="ctr"/>
          <a:lstStyle/>
          <a:p>
            <a:pPr algn="l" indent="0" marL="0">
              <a:buNone/>
            </a:pPr>
            <a:r>
              <a:rPr lang="en-US" sz="1000" i="1" dirty="0">
                <a:solidFill>
                  <a:srgbClr val="64748B"/>
                </a:solidFill>
                <a:latin typeface="Yu Gothic UI" pitchFamily="34" charset="0"/>
                <a:ea typeface="Yu Gothic UI" pitchFamily="34" charset="-122"/>
                <a:cs typeface="Yu Gothic UI" pitchFamily="34" charset="-120"/>
              </a:rPr>
              <a:t>走行/非走行の境界はあくまで目視判断、定量的な閾値は次ステップ</a:t>
            </a:r>
            <a:endParaRPr lang="en-US" sz="1000" dirty="0"/>
          </a:p>
        </p:txBody>
      </p:sp>
      <p:sp>
        <p:nvSpPr>
          <p:cNvPr id="34" name="Text 32"/>
          <p:cNvSpPr/>
          <p:nvPr/>
        </p:nvSpPr>
        <p:spPr>
          <a:xfrm>
            <a:off x="4754880" y="3118104"/>
            <a:ext cx="3794760" cy="457200"/>
          </a:xfrm>
          <a:prstGeom prst="rect">
            <a:avLst/>
          </a:prstGeom>
          <a:noFill/>
          <a:ln/>
        </p:spPr>
        <p:txBody>
          <a:bodyPr wrap="square" lIns="0" tIns="0" rIns="0" bIns="0" rtlCol="0" anchor="t"/>
          <a:lstStyle/>
          <a:p>
            <a:pPr indent="0" marL="0">
              <a:buNone/>
            </a:pPr>
            <a:r>
              <a:rPr lang="en-US" sz="850" b="1" spc="200" kern="0" dirty="0">
                <a:solidFill>
                  <a:srgbClr val="D97706"/>
                </a:solidFill>
                <a:latin typeface="Yu Gothic UI" pitchFamily="34" charset="0"/>
                <a:ea typeface="Yu Gothic UI" pitchFamily="34" charset="-122"/>
                <a:cs typeface="Yu Gothic UI" pitchFamily="34" charset="-120"/>
              </a:rPr>
              <a:t>使い所  </a:t>
            </a:r>
            <a:pPr indent="0" marL="0">
              <a:buNone/>
            </a:pPr>
            <a:r>
              <a:rPr lang="en-US" sz="900" dirty="0">
                <a:solidFill>
                  <a:srgbClr val="1F2937"/>
                </a:solidFill>
                <a:latin typeface="Yu Gothic UI" pitchFamily="34" charset="0"/>
                <a:ea typeface="Yu Gothic UI" pitchFamily="34" charset="-122"/>
                <a:cs typeface="Yu Gothic UI" pitchFamily="34" charset="-120"/>
              </a:rPr>
              <a:t>スライド下部、補足や限界を控えめに添えるイタリック・グレー。</a:t>
            </a:r>
            <a:endParaRPr lang="en-US" sz="850" dirty="0"/>
          </a:p>
        </p:txBody>
      </p:sp>
      <p:sp>
        <p:nvSpPr>
          <p:cNvPr id="35" name="Shape 33"/>
          <p:cNvSpPr/>
          <p:nvPr/>
        </p:nvSpPr>
        <p:spPr>
          <a:xfrm>
            <a:off x="457200" y="3675888"/>
            <a:ext cx="4069080" cy="1188720"/>
          </a:xfrm>
          <a:prstGeom prst="rect">
            <a:avLst/>
          </a:prstGeom>
          <a:solidFill>
            <a:srgbClr val="FFFFFF"/>
          </a:solidFill>
          <a:ln w="9525">
            <a:solidFill>
              <a:srgbClr val="E2E8F0"/>
            </a:solidFill>
            <a:prstDash val="solid"/>
          </a:ln>
        </p:spPr>
      </p:sp>
      <p:sp>
        <p:nvSpPr>
          <p:cNvPr id="36" name="Shape 34"/>
          <p:cNvSpPr/>
          <p:nvPr/>
        </p:nvSpPr>
        <p:spPr>
          <a:xfrm>
            <a:off x="457200" y="3675888"/>
            <a:ext cx="4069080" cy="274320"/>
          </a:xfrm>
          <a:prstGeom prst="rect">
            <a:avLst/>
          </a:prstGeom>
          <a:solidFill>
            <a:srgbClr val="F8FAFC"/>
          </a:solidFill>
          <a:ln w="12700">
            <a:solidFill>
              <a:srgbClr val="E2E8F0"/>
            </a:solidFill>
            <a:prstDash val="solid"/>
          </a:ln>
        </p:spPr>
      </p:sp>
      <p:sp>
        <p:nvSpPr>
          <p:cNvPr id="37" name="Text 35"/>
          <p:cNvSpPr/>
          <p:nvPr/>
        </p:nvSpPr>
        <p:spPr>
          <a:xfrm>
            <a:off x="594360" y="3675888"/>
            <a:ext cx="3794760" cy="274320"/>
          </a:xfrm>
          <a:prstGeom prst="rect">
            <a:avLst/>
          </a:prstGeom>
          <a:noFill/>
          <a:ln/>
        </p:spPr>
        <p:txBody>
          <a:bodyPr wrap="square" lIns="0" tIns="0" rIns="0" bIns="0" rtlCol="0" anchor="ctr"/>
          <a:lstStyle/>
          <a:p>
            <a:pPr algn="l" indent="0" marL="0">
              <a:buNone/>
            </a:pPr>
            <a:r>
              <a:rPr lang="en-US" sz="1000" b="1" dirty="0">
                <a:solidFill>
                  <a:srgbClr val="0F1B3D"/>
                </a:solidFill>
                <a:latin typeface="Yu Gothic UI" pitchFamily="34" charset="0"/>
                <a:ea typeface="Yu Gothic UI" pitchFamily="34" charset="-122"/>
                <a:cs typeface="Yu Gothic UI" pitchFamily="34" charset="-120"/>
              </a:rPr>
              <a:t>ラベル+値の対</a:t>
            </a:r>
            <a:endParaRPr lang="en-US" sz="1000" dirty="0"/>
          </a:p>
        </p:txBody>
      </p:sp>
      <p:sp>
        <p:nvSpPr>
          <p:cNvPr id="38" name="Shape 36"/>
          <p:cNvSpPr/>
          <p:nvPr/>
        </p:nvSpPr>
        <p:spPr>
          <a:xfrm>
            <a:off x="457200" y="4352544"/>
            <a:ext cx="4069080" cy="4572"/>
          </a:xfrm>
          <a:prstGeom prst="rect">
            <a:avLst/>
          </a:prstGeom>
          <a:solidFill>
            <a:srgbClr val="E2E8F0"/>
          </a:solidFill>
          <a:ln w="12700">
            <a:solidFill>
              <a:srgbClr val="E2E8F0"/>
            </a:solidFill>
            <a:prstDash val="solid"/>
          </a:ln>
        </p:spPr>
      </p:sp>
      <p:sp>
        <p:nvSpPr>
          <p:cNvPr id="39" name="Shape 37"/>
          <p:cNvSpPr/>
          <p:nvPr/>
        </p:nvSpPr>
        <p:spPr>
          <a:xfrm>
            <a:off x="594360" y="3995928"/>
            <a:ext cx="3794760" cy="320040"/>
          </a:xfrm>
          <a:prstGeom prst="rect">
            <a:avLst/>
          </a:prstGeom>
          <a:solidFill>
            <a:srgbClr val="F8FAFC"/>
          </a:solidFill>
          <a:ln w="6350">
            <a:solidFill>
              <a:srgbClr val="E2E8F0"/>
            </a:solidFill>
            <a:prstDash val="solid"/>
          </a:ln>
        </p:spPr>
      </p:sp>
      <p:sp>
        <p:nvSpPr>
          <p:cNvPr id="40" name="Text 38"/>
          <p:cNvSpPr/>
          <p:nvPr/>
        </p:nvSpPr>
        <p:spPr>
          <a:xfrm>
            <a:off x="685800" y="3995928"/>
            <a:ext cx="3611880" cy="320040"/>
          </a:xfrm>
          <a:prstGeom prst="rect">
            <a:avLst/>
          </a:prstGeom>
          <a:noFill/>
          <a:ln/>
        </p:spPr>
        <p:txBody>
          <a:bodyPr wrap="square" lIns="0" tIns="0" rIns="0" bIns="0" rtlCol="0" anchor="ctr"/>
          <a:lstStyle/>
          <a:p>
            <a:pPr indent="0" marL="0">
              <a:buNone/>
            </a:pPr>
            <a:r>
              <a:rPr lang="en-US" sz="900" dirty="0">
                <a:solidFill>
                  <a:srgbClr val="64748B"/>
                </a:solidFill>
                <a:latin typeface="Yu Gothic UI" pitchFamily="34" charset="0"/>
                <a:ea typeface="Yu Gothic UI" pitchFamily="34" charset="-122"/>
                <a:cs typeface="Yu Gothic UI" pitchFamily="34" charset="-120"/>
              </a:rPr>
              <a:t>走行帯のレンジ</a:t>
            </a:r>
            <a:endParaRPr lang="en-US" sz="900" dirty="0"/>
          </a:p>
          <a:p>
            <a:pPr indent="0" marL="0">
              <a:buNone/>
            </a:pPr>
            <a:r>
              <a:rPr lang="en-US" sz="1100" b="1" dirty="0">
                <a:solidFill>
                  <a:srgbClr val="0F1B3D"/>
                </a:solidFill>
                <a:latin typeface="Yu Gothic UI" pitchFamily="34" charset="0"/>
                <a:ea typeface="Yu Gothic UI" pitchFamily="34" charset="-122"/>
                <a:cs typeface="Yu Gothic UI" pitchFamily="34" charset="-120"/>
              </a:rPr>
              <a:t>≈ 2,000 を中心に 1,000〜10,000 で振動</a:t>
            </a:r>
            <a:endParaRPr lang="en-US" sz="900" dirty="0"/>
          </a:p>
        </p:txBody>
      </p:sp>
      <p:sp>
        <p:nvSpPr>
          <p:cNvPr id="41" name="Text 39"/>
          <p:cNvSpPr/>
          <p:nvPr/>
        </p:nvSpPr>
        <p:spPr>
          <a:xfrm>
            <a:off x="594360" y="4361688"/>
            <a:ext cx="3794760" cy="457200"/>
          </a:xfrm>
          <a:prstGeom prst="rect">
            <a:avLst/>
          </a:prstGeom>
          <a:noFill/>
          <a:ln/>
        </p:spPr>
        <p:txBody>
          <a:bodyPr wrap="square" lIns="0" tIns="0" rIns="0" bIns="0" rtlCol="0" anchor="t"/>
          <a:lstStyle/>
          <a:p>
            <a:pPr indent="0" marL="0">
              <a:buNone/>
            </a:pPr>
            <a:r>
              <a:rPr lang="en-US" sz="850" b="1" spc="200" kern="0" dirty="0">
                <a:solidFill>
                  <a:srgbClr val="D97706"/>
                </a:solidFill>
                <a:latin typeface="Yu Gothic UI" pitchFamily="34" charset="0"/>
                <a:ea typeface="Yu Gothic UI" pitchFamily="34" charset="-122"/>
                <a:cs typeface="Yu Gothic UI" pitchFamily="34" charset="-120"/>
              </a:rPr>
              <a:t>使い所  </a:t>
            </a:r>
            <a:pPr indent="0" marL="0">
              <a:buNone/>
            </a:pPr>
            <a:r>
              <a:rPr lang="en-US" sz="900" dirty="0">
                <a:solidFill>
                  <a:srgbClr val="1F2937"/>
                </a:solidFill>
                <a:latin typeface="Yu Gothic UI" pitchFamily="34" charset="0"/>
                <a:ea typeface="Yu Gothic UI" pitchFamily="34" charset="-122"/>
                <a:cs typeface="Yu Gothic UI" pitchFamily="34" charset="-120"/>
              </a:rPr>
              <a:t>「項目名(小・muted)+値(大・navy・bold)」のセット。指標値や設定値を見せるとき。</a:t>
            </a:r>
            <a:endParaRPr lang="en-US" sz="850" dirty="0"/>
          </a:p>
        </p:txBody>
      </p:sp>
      <p:sp>
        <p:nvSpPr>
          <p:cNvPr id="42" name="Shape 40"/>
          <p:cNvSpPr/>
          <p:nvPr/>
        </p:nvSpPr>
        <p:spPr>
          <a:xfrm>
            <a:off x="4617720" y="3675888"/>
            <a:ext cx="4069080" cy="1188720"/>
          </a:xfrm>
          <a:prstGeom prst="rect">
            <a:avLst/>
          </a:prstGeom>
          <a:solidFill>
            <a:srgbClr val="FFFFFF"/>
          </a:solidFill>
          <a:ln w="9525">
            <a:solidFill>
              <a:srgbClr val="E2E8F0"/>
            </a:solidFill>
            <a:prstDash val="solid"/>
          </a:ln>
        </p:spPr>
      </p:sp>
      <p:sp>
        <p:nvSpPr>
          <p:cNvPr id="43" name="Shape 41"/>
          <p:cNvSpPr/>
          <p:nvPr/>
        </p:nvSpPr>
        <p:spPr>
          <a:xfrm>
            <a:off x="4617720" y="3675888"/>
            <a:ext cx="4069080" cy="274320"/>
          </a:xfrm>
          <a:prstGeom prst="rect">
            <a:avLst/>
          </a:prstGeom>
          <a:solidFill>
            <a:srgbClr val="F8FAFC"/>
          </a:solidFill>
          <a:ln w="12700">
            <a:solidFill>
              <a:srgbClr val="E2E8F0"/>
            </a:solidFill>
            <a:prstDash val="solid"/>
          </a:ln>
        </p:spPr>
      </p:sp>
      <p:sp>
        <p:nvSpPr>
          <p:cNvPr id="44" name="Text 42"/>
          <p:cNvSpPr/>
          <p:nvPr/>
        </p:nvSpPr>
        <p:spPr>
          <a:xfrm>
            <a:off x="4754880" y="3675888"/>
            <a:ext cx="3794760" cy="274320"/>
          </a:xfrm>
          <a:prstGeom prst="rect">
            <a:avLst/>
          </a:prstGeom>
          <a:noFill/>
          <a:ln/>
        </p:spPr>
        <p:txBody>
          <a:bodyPr wrap="square" lIns="0" tIns="0" rIns="0" bIns="0" rtlCol="0" anchor="ctr"/>
          <a:lstStyle/>
          <a:p>
            <a:pPr algn="l" indent="0" marL="0">
              <a:buNone/>
            </a:pPr>
            <a:r>
              <a:rPr lang="en-US" sz="1000" b="1" dirty="0">
                <a:solidFill>
                  <a:srgbClr val="0F1B3D"/>
                </a:solidFill>
                <a:latin typeface="Yu Gothic UI" pitchFamily="34" charset="0"/>
                <a:ea typeface="Yu Gothic UI" pitchFamily="34" charset="-122"/>
                <a:cs typeface="Yu Gothic UI" pitchFamily="34" charset="-120"/>
              </a:rPr>
              <a:t>等幅フォント(コード)</a:t>
            </a:r>
            <a:endParaRPr lang="en-US" sz="1000" dirty="0"/>
          </a:p>
        </p:txBody>
      </p:sp>
      <p:sp>
        <p:nvSpPr>
          <p:cNvPr id="45" name="Shape 43"/>
          <p:cNvSpPr/>
          <p:nvPr/>
        </p:nvSpPr>
        <p:spPr>
          <a:xfrm>
            <a:off x="4617720" y="4352544"/>
            <a:ext cx="4069080" cy="4572"/>
          </a:xfrm>
          <a:prstGeom prst="rect">
            <a:avLst/>
          </a:prstGeom>
          <a:solidFill>
            <a:srgbClr val="E2E8F0"/>
          </a:solidFill>
          <a:ln w="12700">
            <a:solidFill>
              <a:srgbClr val="E2E8F0"/>
            </a:solidFill>
            <a:prstDash val="solid"/>
          </a:ln>
        </p:spPr>
      </p:sp>
      <p:sp>
        <p:nvSpPr>
          <p:cNvPr id="46" name="Shape 44"/>
          <p:cNvSpPr/>
          <p:nvPr/>
        </p:nvSpPr>
        <p:spPr>
          <a:xfrm>
            <a:off x="4754880" y="3995928"/>
            <a:ext cx="3794760" cy="320040"/>
          </a:xfrm>
          <a:prstGeom prst="rect">
            <a:avLst/>
          </a:prstGeom>
          <a:solidFill>
            <a:srgbClr val="F8FAFC"/>
          </a:solidFill>
          <a:ln w="6350">
            <a:solidFill>
              <a:srgbClr val="E2E8F0"/>
            </a:solidFill>
            <a:prstDash val="solid"/>
          </a:ln>
        </p:spPr>
      </p:sp>
      <p:sp>
        <p:nvSpPr>
          <p:cNvPr id="47" name="Text 45"/>
          <p:cNvSpPr/>
          <p:nvPr/>
        </p:nvSpPr>
        <p:spPr>
          <a:xfrm>
            <a:off x="4846320" y="3995928"/>
            <a:ext cx="3611880" cy="320040"/>
          </a:xfrm>
          <a:prstGeom prst="rect">
            <a:avLst/>
          </a:prstGeom>
          <a:noFill/>
          <a:ln/>
        </p:spPr>
        <p:txBody>
          <a:bodyPr wrap="square" lIns="0" tIns="0" rIns="0" bIns="0" rtlCol="0" anchor="ctr"/>
          <a:lstStyle/>
          <a:p>
            <a:pPr indent="0" marL="0">
              <a:buNone/>
            </a:pPr>
            <a:r>
              <a:rPr lang="en-US" sz="1000" dirty="0">
                <a:solidFill>
                  <a:srgbClr val="64748B"/>
                </a:solidFill>
              </a:rPr>
              <a:t>対象系列  </a:t>
            </a:r>
            <a:pPr indent="0" marL="0">
              <a:buNone/>
            </a:pPr>
            <a:r>
              <a:rPr lang="en-US" sz="1200" b="1" dirty="0">
                <a:solidFill>
                  <a:srgbClr val="0F1B3D"/>
                </a:solidFill>
                <a:latin typeface="Consolas" pitchFamily="34" charset="0"/>
                <a:ea typeface="Consolas" pitchFamily="34" charset="-122"/>
                <a:cs typeface="Consolas" pitchFamily="34" charset="-120"/>
              </a:rPr>
              <a:t>acc_norm, ang_norm</a:t>
            </a:r>
            <a:endParaRPr lang="en-US" sz="1000" dirty="0"/>
          </a:p>
        </p:txBody>
      </p:sp>
      <p:sp>
        <p:nvSpPr>
          <p:cNvPr id="48" name="Text 46"/>
          <p:cNvSpPr/>
          <p:nvPr/>
        </p:nvSpPr>
        <p:spPr>
          <a:xfrm>
            <a:off x="4754880" y="4361688"/>
            <a:ext cx="3794760" cy="457200"/>
          </a:xfrm>
          <a:prstGeom prst="rect">
            <a:avLst/>
          </a:prstGeom>
          <a:noFill/>
          <a:ln/>
        </p:spPr>
        <p:txBody>
          <a:bodyPr wrap="square" lIns="0" tIns="0" rIns="0" bIns="0" rtlCol="0" anchor="t"/>
          <a:lstStyle/>
          <a:p>
            <a:pPr indent="0" marL="0">
              <a:buNone/>
            </a:pPr>
            <a:r>
              <a:rPr lang="en-US" sz="850" b="1" spc="200" kern="0" dirty="0">
                <a:solidFill>
                  <a:srgbClr val="D97706"/>
                </a:solidFill>
                <a:latin typeface="Yu Gothic UI" pitchFamily="34" charset="0"/>
                <a:ea typeface="Yu Gothic UI" pitchFamily="34" charset="-122"/>
                <a:cs typeface="Yu Gothic UI" pitchFamily="34" charset="-120"/>
              </a:rPr>
              <a:t>使い所  </a:t>
            </a:r>
            <a:pPr indent="0" marL="0">
              <a:buNone/>
            </a:pPr>
            <a:r>
              <a:rPr lang="en-US" sz="900" dirty="0">
                <a:solidFill>
                  <a:srgbClr val="1F2937"/>
                </a:solidFill>
                <a:latin typeface="Yu Gothic UI" pitchFamily="34" charset="0"/>
                <a:ea typeface="Yu Gothic UI" pitchFamily="34" charset="-122"/>
                <a:cs typeface="Yu Gothic UI" pitchFamily="34" charset="-120"/>
              </a:rPr>
              <a:t>変数名・関数名・パス・ファイル名はConsolasで等幅化。文中でも識別性が上がる。</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0F1B3D"/>
          </a:solidFill>
          <a:ln w="12700">
            <a:solidFill>
              <a:srgbClr val="0F1B3D"/>
            </a:solidFill>
            <a:prstDash val="solid"/>
          </a:ln>
        </p:spPr>
      </p:sp>
      <p:sp>
        <p:nvSpPr>
          <p:cNvPr id="3" name="Text 1"/>
          <p:cNvSpPr/>
          <p:nvPr/>
        </p:nvSpPr>
        <p:spPr>
          <a:xfrm>
            <a:off x="365760" y="0"/>
            <a:ext cx="3657600" cy="384048"/>
          </a:xfrm>
          <a:prstGeom prst="rect">
            <a:avLst/>
          </a:prstGeom>
          <a:noFill/>
          <a:ln/>
        </p:spPr>
        <p:txBody>
          <a:bodyPr wrap="square" lIns="0" tIns="0" rIns="0" bIns="0" rtlCol="0" anchor="ctr"/>
          <a:lstStyle/>
          <a:p>
            <a:pPr algn="l" indent="0" marL="0">
              <a:buNone/>
            </a:pPr>
            <a:r>
              <a:rPr lang="en-US" sz="900" b="1" spc="400" kern="0" dirty="0">
                <a:solidFill>
                  <a:srgbClr val="FFFFFF"/>
                </a:solidFill>
                <a:latin typeface="Yu Gothic UI" pitchFamily="34" charset="0"/>
                <a:ea typeface="Yu Gothic UI" pitchFamily="34" charset="-122"/>
                <a:cs typeface="Yu Gothic UI" pitchFamily="34" charset="-120"/>
              </a:rPr>
              <a:t>COMPONENT CATALOG</a:t>
            </a:r>
            <a:endParaRPr lang="en-US" sz="900" dirty="0"/>
          </a:p>
        </p:txBody>
      </p:sp>
      <p:sp>
        <p:nvSpPr>
          <p:cNvPr id="4" name="Text 2"/>
          <p:cNvSpPr/>
          <p:nvPr/>
        </p:nvSpPr>
        <p:spPr>
          <a:xfrm>
            <a:off x="8229600" y="0"/>
            <a:ext cx="777240" cy="384048"/>
          </a:xfrm>
          <a:prstGeom prst="rect">
            <a:avLst/>
          </a:prstGeom>
          <a:noFill/>
          <a:ln/>
        </p:spPr>
        <p:txBody>
          <a:bodyPr wrap="square" lIns="0" tIns="0" rIns="0" bIns="0" rtlCol="0" anchor="ctr"/>
          <a:lstStyle/>
          <a:p>
            <a:pPr algn="r" indent="0" marL="0">
              <a:buNone/>
            </a:pPr>
            <a:r>
              <a:rPr lang="en-US" sz="900" dirty="0">
                <a:solidFill>
                  <a:srgbClr val="9CA3AF"/>
                </a:solidFill>
                <a:latin typeface="Yu Gothic UI" pitchFamily="34" charset="0"/>
                <a:ea typeface="Yu Gothic UI" pitchFamily="34" charset="-122"/>
                <a:cs typeface="Yu Gothic UI" pitchFamily="34" charset="-120"/>
              </a:rPr>
              <a:t>3 / 6</a:t>
            </a:r>
            <a:endParaRPr lang="en-US" sz="9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algn="l" indent="0" marL="0">
              <a:buNone/>
            </a:pPr>
            <a:r>
              <a:rPr lang="en-US" sz="2200" b="1" dirty="0">
                <a:solidFill>
                  <a:srgbClr val="0F1B3D"/>
                </a:solidFill>
                <a:latin typeface="Yu Gothic UI" pitchFamily="34" charset="0"/>
                <a:ea typeface="Yu Gothic UI" pitchFamily="34" charset="-122"/>
                <a:cs typeface="Yu Gothic UI" pitchFamily="34" charset="-120"/>
              </a:rPr>
              <a:t>2.  カード</a:t>
            </a:r>
            <a:endParaRPr lang="en-US" sz="2200" dirty="0"/>
          </a:p>
        </p:txBody>
      </p:sp>
      <p:sp>
        <p:nvSpPr>
          <p:cNvPr id="6" name="Shape 4"/>
          <p:cNvSpPr/>
          <p:nvPr/>
        </p:nvSpPr>
        <p:spPr>
          <a:xfrm>
            <a:off x="457200" y="1033272"/>
            <a:ext cx="8229600" cy="22860"/>
          </a:xfrm>
          <a:prstGeom prst="rect">
            <a:avLst/>
          </a:prstGeom>
          <a:solidFill>
            <a:srgbClr val="E2E8F0"/>
          </a:solidFill>
          <a:ln w="12700">
            <a:solidFill>
              <a:srgbClr val="E2E8F0"/>
            </a:solidFill>
            <a:prstDash val="solid"/>
          </a:ln>
        </p:spPr>
      </p:sp>
      <p:sp>
        <p:nvSpPr>
          <p:cNvPr id="7" name="Shape 5"/>
          <p:cNvSpPr/>
          <p:nvPr/>
        </p:nvSpPr>
        <p:spPr>
          <a:xfrm>
            <a:off x="457200" y="1188720"/>
            <a:ext cx="4069080" cy="1691640"/>
          </a:xfrm>
          <a:prstGeom prst="rect">
            <a:avLst/>
          </a:prstGeom>
          <a:solidFill>
            <a:srgbClr val="FFFFFF"/>
          </a:solidFill>
          <a:ln w="9525">
            <a:solidFill>
              <a:srgbClr val="E2E8F0"/>
            </a:solidFill>
            <a:prstDash val="solid"/>
          </a:ln>
        </p:spPr>
      </p:sp>
      <p:sp>
        <p:nvSpPr>
          <p:cNvPr id="8" name="Shape 6"/>
          <p:cNvSpPr/>
          <p:nvPr/>
        </p:nvSpPr>
        <p:spPr>
          <a:xfrm>
            <a:off x="457200" y="1188720"/>
            <a:ext cx="4069080" cy="274320"/>
          </a:xfrm>
          <a:prstGeom prst="rect">
            <a:avLst/>
          </a:prstGeom>
          <a:solidFill>
            <a:srgbClr val="F8FAFC"/>
          </a:solidFill>
          <a:ln w="12700">
            <a:solidFill>
              <a:srgbClr val="E2E8F0"/>
            </a:solidFill>
            <a:prstDash val="solid"/>
          </a:ln>
        </p:spPr>
      </p:sp>
      <p:sp>
        <p:nvSpPr>
          <p:cNvPr id="9" name="Text 7"/>
          <p:cNvSpPr/>
          <p:nvPr/>
        </p:nvSpPr>
        <p:spPr>
          <a:xfrm>
            <a:off x="594360" y="1188720"/>
            <a:ext cx="3794760" cy="274320"/>
          </a:xfrm>
          <a:prstGeom prst="rect">
            <a:avLst/>
          </a:prstGeom>
          <a:noFill/>
          <a:ln/>
        </p:spPr>
        <p:txBody>
          <a:bodyPr wrap="square" lIns="0" tIns="0" rIns="0" bIns="0" rtlCol="0" anchor="ctr"/>
          <a:lstStyle/>
          <a:p>
            <a:pPr algn="l" indent="0" marL="0">
              <a:buNone/>
            </a:pPr>
            <a:r>
              <a:rPr lang="en-US" sz="1000" b="1" dirty="0">
                <a:solidFill>
                  <a:srgbClr val="0F1B3D"/>
                </a:solidFill>
                <a:latin typeface="Yu Gothic UI" pitchFamily="34" charset="0"/>
                <a:ea typeface="Yu Gothic UI" pitchFamily="34" charset="-122"/>
                <a:cs typeface="Yu Gothic UI" pitchFamily="34" charset="-120"/>
              </a:rPr>
              <a:t>標準カード(影付き白)</a:t>
            </a:r>
            <a:endParaRPr lang="en-US" sz="1000" dirty="0"/>
          </a:p>
        </p:txBody>
      </p:sp>
      <p:sp>
        <p:nvSpPr>
          <p:cNvPr id="10" name="Shape 8"/>
          <p:cNvSpPr/>
          <p:nvPr/>
        </p:nvSpPr>
        <p:spPr>
          <a:xfrm>
            <a:off x="457200" y="2368296"/>
            <a:ext cx="4069080" cy="4572"/>
          </a:xfrm>
          <a:prstGeom prst="rect">
            <a:avLst/>
          </a:prstGeom>
          <a:solidFill>
            <a:srgbClr val="E2E8F0"/>
          </a:solidFill>
          <a:ln w="12700">
            <a:solidFill>
              <a:srgbClr val="E2E8F0"/>
            </a:solidFill>
            <a:prstDash val="solid"/>
          </a:ln>
        </p:spPr>
      </p:sp>
      <p:sp>
        <p:nvSpPr>
          <p:cNvPr id="11" name="Shape 9"/>
          <p:cNvSpPr/>
          <p:nvPr/>
        </p:nvSpPr>
        <p:spPr>
          <a:xfrm>
            <a:off x="594360" y="1508760"/>
            <a:ext cx="3794760" cy="822960"/>
          </a:xfrm>
          <a:prstGeom prst="rect">
            <a:avLst/>
          </a:prstGeom>
          <a:solidFill>
            <a:srgbClr val="F8FAFC"/>
          </a:solidFill>
          <a:ln w="6350">
            <a:solidFill>
              <a:srgbClr val="E2E8F0"/>
            </a:solidFill>
            <a:prstDash val="solid"/>
          </a:ln>
        </p:spPr>
      </p:sp>
      <p:sp>
        <p:nvSpPr>
          <p:cNvPr id="12" name="Shape 10"/>
          <p:cNvSpPr/>
          <p:nvPr/>
        </p:nvSpPr>
        <p:spPr>
          <a:xfrm>
            <a:off x="1120140" y="1531620"/>
            <a:ext cx="2743200" cy="77724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3" name="Text 11"/>
          <p:cNvSpPr/>
          <p:nvPr/>
        </p:nvSpPr>
        <p:spPr>
          <a:xfrm>
            <a:off x="1257300" y="1623060"/>
            <a:ext cx="2468880" cy="274320"/>
          </a:xfrm>
          <a:prstGeom prst="rect">
            <a:avLst/>
          </a:prstGeom>
          <a:noFill/>
          <a:ln/>
        </p:spPr>
        <p:txBody>
          <a:bodyPr wrap="square" lIns="0" tIns="0" rIns="0" bIns="0" rtlCol="0" anchor="ctr"/>
          <a:lstStyle/>
          <a:p>
            <a:pPr algn="l" indent="0" marL="0">
              <a:buNone/>
            </a:pPr>
            <a:r>
              <a:rPr lang="en-US" sz="1100" b="1" dirty="0">
                <a:solidFill>
                  <a:srgbClr val="1C7293"/>
                </a:solidFill>
                <a:latin typeface="Yu Gothic UI" pitchFamily="34" charset="0"/>
                <a:ea typeface="Yu Gothic UI" pitchFamily="34" charset="-122"/>
                <a:cs typeface="Yu Gothic UI" pitchFamily="34" charset="-120"/>
              </a:rPr>
              <a:t>情報のひとまとまり</a:t>
            </a:r>
            <a:endParaRPr lang="en-US" sz="1100" dirty="0"/>
          </a:p>
        </p:txBody>
      </p:sp>
      <p:sp>
        <p:nvSpPr>
          <p:cNvPr id="14" name="Text 12"/>
          <p:cNvSpPr/>
          <p:nvPr/>
        </p:nvSpPr>
        <p:spPr>
          <a:xfrm>
            <a:off x="1257300" y="1897380"/>
            <a:ext cx="2468880" cy="365760"/>
          </a:xfrm>
          <a:prstGeom prst="rect">
            <a:avLst/>
          </a:prstGeom>
          <a:noFill/>
          <a:ln/>
        </p:spPr>
        <p:txBody>
          <a:bodyPr wrap="square" lIns="0" tIns="0" rIns="0" bIns="0" rtlCol="0" anchor="t"/>
          <a:lstStyle/>
          <a:p>
            <a:pPr algn="l" indent="0" marL="0">
              <a:buNone/>
            </a:pPr>
            <a:r>
              <a:rPr lang="en-US" sz="900" dirty="0">
                <a:solidFill>
                  <a:srgbClr val="1F2937"/>
                </a:solidFill>
                <a:latin typeface="Yu Gothic UI" pitchFamily="34" charset="0"/>
                <a:ea typeface="Yu Gothic UI" pitchFamily="34" charset="-122"/>
                <a:cs typeface="Yu Gothic UI" pitchFamily="34" charset="-120"/>
              </a:rPr>
              <a:t>補足テキストがここに入る</a:t>
            </a:r>
            <a:endParaRPr lang="en-US" sz="900" dirty="0"/>
          </a:p>
        </p:txBody>
      </p:sp>
      <p:sp>
        <p:nvSpPr>
          <p:cNvPr id="15" name="Text 13"/>
          <p:cNvSpPr/>
          <p:nvPr/>
        </p:nvSpPr>
        <p:spPr>
          <a:xfrm>
            <a:off x="594360" y="2377440"/>
            <a:ext cx="3794760" cy="457200"/>
          </a:xfrm>
          <a:prstGeom prst="rect">
            <a:avLst/>
          </a:prstGeom>
          <a:noFill/>
          <a:ln/>
        </p:spPr>
        <p:txBody>
          <a:bodyPr wrap="square" lIns="0" tIns="0" rIns="0" bIns="0" rtlCol="0" anchor="t"/>
          <a:lstStyle/>
          <a:p>
            <a:pPr indent="0" marL="0">
              <a:buNone/>
            </a:pPr>
            <a:r>
              <a:rPr lang="en-US" sz="850" b="1" spc="200" kern="0" dirty="0">
                <a:solidFill>
                  <a:srgbClr val="D97706"/>
                </a:solidFill>
                <a:latin typeface="Yu Gothic UI" pitchFamily="34" charset="0"/>
                <a:ea typeface="Yu Gothic UI" pitchFamily="34" charset="-122"/>
                <a:cs typeface="Yu Gothic UI" pitchFamily="34" charset="-120"/>
              </a:rPr>
              <a:t>使い所  </a:t>
            </a:r>
            <a:pPr indent="0" marL="0">
              <a:buNone/>
            </a:pPr>
            <a:r>
              <a:rPr lang="en-US" sz="900" dirty="0">
                <a:solidFill>
                  <a:srgbClr val="1F2937"/>
                </a:solidFill>
                <a:latin typeface="Yu Gothic UI" pitchFamily="34" charset="0"/>
                <a:ea typeface="Yu Gothic UI" pitchFamily="34" charset="-122"/>
                <a:cs typeface="Yu Gothic UI" pitchFamily="34" charset="-120"/>
              </a:rPr>
              <a:t>情報をひとまとまりにする最も一般的なコンテナ。白地+細線+薄い影。本編で多用。</a:t>
            </a:r>
            <a:endParaRPr lang="en-US" sz="850" dirty="0"/>
          </a:p>
        </p:txBody>
      </p:sp>
      <p:sp>
        <p:nvSpPr>
          <p:cNvPr id="16" name="Shape 14"/>
          <p:cNvSpPr/>
          <p:nvPr/>
        </p:nvSpPr>
        <p:spPr>
          <a:xfrm>
            <a:off x="4617720" y="1188720"/>
            <a:ext cx="4069080" cy="1691640"/>
          </a:xfrm>
          <a:prstGeom prst="rect">
            <a:avLst/>
          </a:prstGeom>
          <a:solidFill>
            <a:srgbClr val="FFFFFF"/>
          </a:solidFill>
          <a:ln w="9525">
            <a:solidFill>
              <a:srgbClr val="E2E8F0"/>
            </a:solidFill>
            <a:prstDash val="solid"/>
          </a:ln>
        </p:spPr>
      </p:sp>
      <p:sp>
        <p:nvSpPr>
          <p:cNvPr id="17" name="Shape 15"/>
          <p:cNvSpPr/>
          <p:nvPr/>
        </p:nvSpPr>
        <p:spPr>
          <a:xfrm>
            <a:off x="4617720" y="1188720"/>
            <a:ext cx="4069080" cy="274320"/>
          </a:xfrm>
          <a:prstGeom prst="rect">
            <a:avLst/>
          </a:prstGeom>
          <a:solidFill>
            <a:srgbClr val="F8FAFC"/>
          </a:solidFill>
          <a:ln w="12700">
            <a:solidFill>
              <a:srgbClr val="E2E8F0"/>
            </a:solidFill>
            <a:prstDash val="solid"/>
          </a:ln>
        </p:spPr>
      </p:sp>
      <p:sp>
        <p:nvSpPr>
          <p:cNvPr id="18" name="Text 16"/>
          <p:cNvSpPr/>
          <p:nvPr/>
        </p:nvSpPr>
        <p:spPr>
          <a:xfrm>
            <a:off x="4754880" y="1188720"/>
            <a:ext cx="3794760" cy="274320"/>
          </a:xfrm>
          <a:prstGeom prst="rect">
            <a:avLst/>
          </a:prstGeom>
          <a:noFill/>
          <a:ln/>
        </p:spPr>
        <p:txBody>
          <a:bodyPr wrap="square" lIns="0" tIns="0" rIns="0" bIns="0" rtlCol="0" anchor="ctr"/>
          <a:lstStyle/>
          <a:p>
            <a:pPr algn="l" indent="0" marL="0">
              <a:buNone/>
            </a:pPr>
            <a:r>
              <a:rPr lang="en-US" sz="1000" b="1" dirty="0">
                <a:solidFill>
                  <a:srgbClr val="0F1B3D"/>
                </a:solidFill>
                <a:latin typeface="Yu Gothic UI" pitchFamily="34" charset="0"/>
                <a:ea typeface="Yu Gothic UI" pitchFamily="34" charset="-122"/>
                <a:cs typeface="Yu Gothic UI" pitchFamily="34" charset="-120"/>
              </a:rPr>
              <a:t>ヘッダー付きカード</a:t>
            </a:r>
            <a:endParaRPr lang="en-US" sz="1000" dirty="0"/>
          </a:p>
        </p:txBody>
      </p:sp>
      <p:sp>
        <p:nvSpPr>
          <p:cNvPr id="19" name="Shape 17"/>
          <p:cNvSpPr/>
          <p:nvPr/>
        </p:nvSpPr>
        <p:spPr>
          <a:xfrm>
            <a:off x="4617720" y="2368296"/>
            <a:ext cx="4069080" cy="4572"/>
          </a:xfrm>
          <a:prstGeom prst="rect">
            <a:avLst/>
          </a:prstGeom>
          <a:solidFill>
            <a:srgbClr val="E2E8F0"/>
          </a:solidFill>
          <a:ln w="12700">
            <a:solidFill>
              <a:srgbClr val="E2E8F0"/>
            </a:solidFill>
            <a:prstDash val="solid"/>
          </a:ln>
        </p:spPr>
      </p:sp>
      <p:sp>
        <p:nvSpPr>
          <p:cNvPr id="20" name="Shape 18"/>
          <p:cNvSpPr/>
          <p:nvPr/>
        </p:nvSpPr>
        <p:spPr>
          <a:xfrm>
            <a:off x="4754880" y="1508760"/>
            <a:ext cx="3794760" cy="822960"/>
          </a:xfrm>
          <a:prstGeom prst="rect">
            <a:avLst/>
          </a:prstGeom>
          <a:solidFill>
            <a:srgbClr val="F8FAFC"/>
          </a:solidFill>
          <a:ln w="6350">
            <a:solidFill>
              <a:srgbClr val="E2E8F0"/>
            </a:solidFill>
            <a:prstDash val="solid"/>
          </a:ln>
        </p:spPr>
      </p:sp>
      <p:sp>
        <p:nvSpPr>
          <p:cNvPr id="21" name="Shape 19"/>
          <p:cNvSpPr/>
          <p:nvPr/>
        </p:nvSpPr>
        <p:spPr>
          <a:xfrm>
            <a:off x="5280660" y="1531620"/>
            <a:ext cx="2743200" cy="77724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2" name="Shape 20"/>
          <p:cNvSpPr/>
          <p:nvPr/>
        </p:nvSpPr>
        <p:spPr>
          <a:xfrm>
            <a:off x="5280660" y="1531620"/>
            <a:ext cx="2743200" cy="274320"/>
          </a:xfrm>
          <a:prstGeom prst="rect">
            <a:avLst/>
          </a:prstGeom>
          <a:solidFill>
            <a:srgbClr val="1C7293"/>
          </a:solidFill>
          <a:ln w="12700">
            <a:solidFill>
              <a:srgbClr val="1C7293"/>
            </a:solidFill>
            <a:prstDash val="solid"/>
          </a:ln>
        </p:spPr>
      </p:sp>
      <p:sp>
        <p:nvSpPr>
          <p:cNvPr id="23" name="Text 21"/>
          <p:cNvSpPr/>
          <p:nvPr/>
        </p:nvSpPr>
        <p:spPr>
          <a:xfrm>
            <a:off x="5390388" y="1531620"/>
            <a:ext cx="2560320" cy="274320"/>
          </a:xfrm>
          <a:prstGeom prst="rect">
            <a:avLst/>
          </a:prstGeom>
          <a:noFill/>
          <a:ln/>
        </p:spPr>
        <p:txBody>
          <a:bodyPr wrap="square" lIns="0" tIns="0" rIns="0" bIns="0" rtlCol="0" anchor="ctr"/>
          <a:lstStyle/>
          <a:p>
            <a:pPr algn="l" indent="0" marL="0">
              <a:buNone/>
            </a:pPr>
            <a:r>
              <a:rPr lang="en-US" sz="1100" b="1" dirty="0">
                <a:solidFill>
                  <a:srgbClr val="FFFFFF"/>
                </a:solidFill>
                <a:latin typeface="Yu Gothic UI" pitchFamily="34" charset="0"/>
                <a:ea typeface="Yu Gothic UI" pitchFamily="34" charset="-122"/>
                <a:cs typeface="Yu Gothic UI" pitchFamily="34" charset="-120"/>
              </a:rPr>
              <a:t>項目名</a:t>
            </a:r>
            <a:endParaRPr lang="en-US" sz="1100" dirty="0"/>
          </a:p>
        </p:txBody>
      </p:sp>
      <p:sp>
        <p:nvSpPr>
          <p:cNvPr id="24" name="Text 22"/>
          <p:cNvSpPr/>
          <p:nvPr/>
        </p:nvSpPr>
        <p:spPr>
          <a:xfrm>
            <a:off x="5417820" y="1897380"/>
            <a:ext cx="2468880" cy="365760"/>
          </a:xfrm>
          <a:prstGeom prst="rect">
            <a:avLst/>
          </a:prstGeom>
          <a:noFill/>
          <a:ln/>
        </p:spPr>
        <p:txBody>
          <a:bodyPr wrap="square" lIns="0" tIns="0" rIns="0" bIns="0" rtlCol="0" anchor="t"/>
          <a:lstStyle/>
          <a:p>
            <a:pPr algn="l" indent="0" marL="0">
              <a:buNone/>
            </a:pPr>
            <a:r>
              <a:rPr lang="en-US" sz="900" dirty="0">
                <a:solidFill>
                  <a:srgbClr val="1F2937"/>
                </a:solidFill>
                <a:latin typeface="Yu Gothic UI" pitchFamily="34" charset="0"/>
                <a:ea typeface="Yu Gothic UI" pitchFamily="34" charset="-122"/>
                <a:cs typeface="Yu Gothic UI" pitchFamily="34" charset="-120"/>
              </a:rPr>
              <a:t>本文がここに入る</a:t>
            </a:r>
            <a:endParaRPr lang="en-US" sz="900" dirty="0"/>
          </a:p>
        </p:txBody>
      </p:sp>
      <p:sp>
        <p:nvSpPr>
          <p:cNvPr id="25" name="Text 23"/>
          <p:cNvSpPr/>
          <p:nvPr/>
        </p:nvSpPr>
        <p:spPr>
          <a:xfrm>
            <a:off x="4754880" y="2377440"/>
            <a:ext cx="3794760" cy="457200"/>
          </a:xfrm>
          <a:prstGeom prst="rect">
            <a:avLst/>
          </a:prstGeom>
          <a:noFill/>
          <a:ln/>
        </p:spPr>
        <p:txBody>
          <a:bodyPr wrap="square" lIns="0" tIns="0" rIns="0" bIns="0" rtlCol="0" anchor="t"/>
          <a:lstStyle/>
          <a:p>
            <a:pPr indent="0" marL="0">
              <a:buNone/>
            </a:pPr>
            <a:r>
              <a:rPr lang="en-US" sz="850" b="1" spc="200" kern="0" dirty="0">
                <a:solidFill>
                  <a:srgbClr val="D97706"/>
                </a:solidFill>
                <a:latin typeface="Yu Gothic UI" pitchFamily="34" charset="0"/>
                <a:ea typeface="Yu Gothic UI" pitchFamily="34" charset="-122"/>
                <a:cs typeface="Yu Gothic UI" pitchFamily="34" charset="-120"/>
              </a:rPr>
              <a:t>使い所  </a:t>
            </a:r>
            <a:pPr indent="0" marL="0">
              <a:buNone/>
            </a:pPr>
            <a:r>
              <a:rPr lang="en-US" sz="900" dirty="0">
                <a:solidFill>
                  <a:srgbClr val="1F2937"/>
                </a:solidFill>
                <a:latin typeface="Yu Gothic UI" pitchFamily="34" charset="0"/>
                <a:ea typeface="Yu Gothic UI" pitchFamily="34" charset="-122"/>
                <a:cs typeface="Yu Gothic UI" pitchFamily="34" charset="-120"/>
              </a:rPr>
              <a:t>比較や2項目並列で使用。見出しを色帯で強調、視線誘導が強い。</a:t>
            </a:r>
            <a:endParaRPr lang="en-US" sz="850" dirty="0"/>
          </a:p>
        </p:txBody>
      </p:sp>
      <p:sp>
        <p:nvSpPr>
          <p:cNvPr id="26" name="Shape 24"/>
          <p:cNvSpPr/>
          <p:nvPr/>
        </p:nvSpPr>
        <p:spPr>
          <a:xfrm>
            <a:off x="457200" y="2926080"/>
            <a:ext cx="4069080" cy="1691640"/>
          </a:xfrm>
          <a:prstGeom prst="rect">
            <a:avLst/>
          </a:prstGeom>
          <a:solidFill>
            <a:srgbClr val="FFFFFF"/>
          </a:solidFill>
          <a:ln w="9525">
            <a:solidFill>
              <a:srgbClr val="E2E8F0"/>
            </a:solidFill>
            <a:prstDash val="solid"/>
          </a:ln>
        </p:spPr>
      </p:sp>
      <p:sp>
        <p:nvSpPr>
          <p:cNvPr id="27" name="Shape 25"/>
          <p:cNvSpPr/>
          <p:nvPr/>
        </p:nvSpPr>
        <p:spPr>
          <a:xfrm>
            <a:off x="457200" y="2926080"/>
            <a:ext cx="4069080" cy="274320"/>
          </a:xfrm>
          <a:prstGeom prst="rect">
            <a:avLst/>
          </a:prstGeom>
          <a:solidFill>
            <a:srgbClr val="F8FAFC"/>
          </a:solidFill>
          <a:ln w="12700">
            <a:solidFill>
              <a:srgbClr val="E2E8F0"/>
            </a:solidFill>
            <a:prstDash val="solid"/>
          </a:ln>
        </p:spPr>
      </p:sp>
      <p:sp>
        <p:nvSpPr>
          <p:cNvPr id="28" name="Text 26"/>
          <p:cNvSpPr/>
          <p:nvPr/>
        </p:nvSpPr>
        <p:spPr>
          <a:xfrm>
            <a:off x="594360" y="2926080"/>
            <a:ext cx="3794760" cy="274320"/>
          </a:xfrm>
          <a:prstGeom prst="rect">
            <a:avLst/>
          </a:prstGeom>
          <a:noFill/>
          <a:ln/>
        </p:spPr>
        <p:txBody>
          <a:bodyPr wrap="square" lIns="0" tIns="0" rIns="0" bIns="0" rtlCol="0" anchor="ctr"/>
          <a:lstStyle/>
          <a:p>
            <a:pPr algn="l" indent="0" marL="0">
              <a:buNone/>
            </a:pPr>
            <a:r>
              <a:rPr lang="en-US" sz="1000" b="1" dirty="0">
                <a:solidFill>
                  <a:srgbClr val="0F1B3D"/>
                </a:solidFill>
                <a:latin typeface="Yu Gothic UI" pitchFamily="34" charset="0"/>
                <a:ea typeface="Yu Gothic UI" pitchFamily="34" charset="-122"/>
                <a:cs typeface="Yu Gothic UI" pitchFamily="34" charset="-120"/>
              </a:rPr>
              <a:t>注記カード(soft背景)</a:t>
            </a:r>
            <a:endParaRPr lang="en-US" sz="1000" dirty="0"/>
          </a:p>
        </p:txBody>
      </p:sp>
      <p:sp>
        <p:nvSpPr>
          <p:cNvPr id="29" name="Shape 27"/>
          <p:cNvSpPr/>
          <p:nvPr/>
        </p:nvSpPr>
        <p:spPr>
          <a:xfrm>
            <a:off x="457200" y="4105656"/>
            <a:ext cx="4069080" cy="4572"/>
          </a:xfrm>
          <a:prstGeom prst="rect">
            <a:avLst/>
          </a:prstGeom>
          <a:solidFill>
            <a:srgbClr val="E2E8F0"/>
          </a:solidFill>
          <a:ln w="12700">
            <a:solidFill>
              <a:srgbClr val="E2E8F0"/>
            </a:solidFill>
            <a:prstDash val="solid"/>
          </a:ln>
        </p:spPr>
      </p:sp>
      <p:sp>
        <p:nvSpPr>
          <p:cNvPr id="30" name="Shape 28"/>
          <p:cNvSpPr/>
          <p:nvPr/>
        </p:nvSpPr>
        <p:spPr>
          <a:xfrm>
            <a:off x="594360" y="3246120"/>
            <a:ext cx="3794760" cy="822960"/>
          </a:xfrm>
          <a:prstGeom prst="rect">
            <a:avLst/>
          </a:prstGeom>
          <a:solidFill>
            <a:srgbClr val="F8FAFC"/>
          </a:solidFill>
          <a:ln w="6350">
            <a:solidFill>
              <a:srgbClr val="E2E8F0"/>
            </a:solidFill>
            <a:prstDash val="solid"/>
          </a:ln>
        </p:spPr>
      </p:sp>
      <p:sp>
        <p:nvSpPr>
          <p:cNvPr id="31" name="Shape 29"/>
          <p:cNvSpPr/>
          <p:nvPr/>
        </p:nvSpPr>
        <p:spPr>
          <a:xfrm>
            <a:off x="1120140" y="3337560"/>
            <a:ext cx="2743200" cy="640080"/>
          </a:xfrm>
          <a:prstGeom prst="rect">
            <a:avLst/>
          </a:prstGeom>
          <a:solidFill>
            <a:srgbClr val="F8FAFC"/>
          </a:solidFill>
          <a:ln w="9525">
            <a:solidFill>
              <a:srgbClr val="E2E8F0"/>
            </a:solidFill>
            <a:prstDash val="solid"/>
          </a:ln>
        </p:spPr>
      </p:sp>
      <p:sp>
        <p:nvSpPr>
          <p:cNvPr id="32" name="Text 30"/>
          <p:cNvSpPr/>
          <p:nvPr/>
        </p:nvSpPr>
        <p:spPr>
          <a:xfrm>
            <a:off x="1257300" y="3337560"/>
            <a:ext cx="2468880" cy="640080"/>
          </a:xfrm>
          <a:prstGeom prst="rect">
            <a:avLst/>
          </a:prstGeom>
          <a:noFill/>
          <a:ln/>
        </p:spPr>
        <p:txBody>
          <a:bodyPr wrap="square" lIns="0" tIns="0" rIns="0" bIns="0" rtlCol="0" anchor="ctr"/>
          <a:lstStyle/>
          <a:p>
            <a:pPr indent="0" marL="0">
              <a:buNone/>
            </a:pPr>
            <a:r>
              <a:rPr lang="en-US" sz="900" b="1" spc="200" kern="0" dirty="0">
                <a:solidFill>
                  <a:srgbClr val="D97706"/>
                </a:solidFill>
                <a:latin typeface="Yu Gothic UI" pitchFamily="34" charset="0"/>
                <a:ea typeface="Yu Gothic UI" pitchFamily="34" charset="-122"/>
                <a:cs typeface="Yu Gothic UI" pitchFamily="34" charset="-120"/>
              </a:rPr>
              <a:t>POINT  </a:t>
            </a:r>
            <a:pPr indent="0" marL="0">
              <a:buNone/>
            </a:pPr>
            <a:r>
              <a:rPr lang="en-US" sz="900" dirty="0">
                <a:solidFill>
                  <a:srgbClr val="1F2937"/>
                </a:solidFill>
                <a:latin typeface="Yu Gothic UI" pitchFamily="34" charset="0"/>
                <a:ea typeface="Yu Gothic UI" pitchFamily="34" charset="-122"/>
                <a:cs typeface="Yu Gothic UI" pitchFamily="34" charset="-120"/>
              </a:rPr>
              <a:t>ここに気づきや要点を</a:t>
            </a:r>
            <a:endParaRPr lang="en-US" sz="900" dirty="0"/>
          </a:p>
        </p:txBody>
      </p:sp>
      <p:sp>
        <p:nvSpPr>
          <p:cNvPr id="33" name="Text 31"/>
          <p:cNvSpPr/>
          <p:nvPr/>
        </p:nvSpPr>
        <p:spPr>
          <a:xfrm>
            <a:off x="594360" y="4114800"/>
            <a:ext cx="3794760" cy="457200"/>
          </a:xfrm>
          <a:prstGeom prst="rect">
            <a:avLst/>
          </a:prstGeom>
          <a:noFill/>
          <a:ln/>
        </p:spPr>
        <p:txBody>
          <a:bodyPr wrap="square" lIns="0" tIns="0" rIns="0" bIns="0" rtlCol="0" anchor="t"/>
          <a:lstStyle/>
          <a:p>
            <a:pPr indent="0" marL="0">
              <a:buNone/>
            </a:pPr>
            <a:r>
              <a:rPr lang="en-US" sz="850" b="1" spc="200" kern="0" dirty="0">
                <a:solidFill>
                  <a:srgbClr val="D97706"/>
                </a:solidFill>
                <a:latin typeface="Yu Gothic UI" pitchFamily="34" charset="0"/>
                <a:ea typeface="Yu Gothic UI" pitchFamily="34" charset="-122"/>
                <a:cs typeface="Yu Gothic UI" pitchFamily="34" charset="-120"/>
              </a:rPr>
              <a:t>使い所  </a:t>
            </a:r>
            <a:pPr indent="0" marL="0">
              <a:buNone/>
            </a:pPr>
            <a:r>
              <a:rPr lang="en-US" sz="900" dirty="0">
                <a:solidFill>
                  <a:srgbClr val="1F2937"/>
                </a:solidFill>
                <a:latin typeface="Yu Gothic UI" pitchFamily="34" charset="0"/>
                <a:ea typeface="Yu Gothic UI" pitchFamily="34" charset="-122"/>
                <a:cs typeface="Yu Gothic UI" pitchFamily="34" charset="-120"/>
              </a:rPr>
              <a:t>観察まとめ・POINT・補足説明など、白カードと差をつけたいとき。F8FAFC背景。</a:t>
            </a:r>
            <a:endParaRPr lang="en-US" sz="850" dirty="0"/>
          </a:p>
        </p:txBody>
      </p:sp>
      <p:sp>
        <p:nvSpPr>
          <p:cNvPr id="34" name="Shape 32"/>
          <p:cNvSpPr/>
          <p:nvPr/>
        </p:nvSpPr>
        <p:spPr>
          <a:xfrm>
            <a:off x="4617720" y="2926080"/>
            <a:ext cx="4069080" cy="1691640"/>
          </a:xfrm>
          <a:prstGeom prst="rect">
            <a:avLst/>
          </a:prstGeom>
          <a:solidFill>
            <a:srgbClr val="FFFFFF"/>
          </a:solidFill>
          <a:ln w="9525">
            <a:solidFill>
              <a:srgbClr val="E2E8F0"/>
            </a:solidFill>
            <a:prstDash val="solid"/>
          </a:ln>
        </p:spPr>
      </p:sp>
      <p:sp>
        <p:nvSpPr>
          <p:cNvPr id="35" name="Shape 33"/>
          <p:cNvSpPr/>
          <p:nvPr/>
        </p:nvSpPr>
        <p:spPr>
          <a:xfrm>
            <a:off x="4617720" y="2926080"/>
            <a:ext cx="4069080" cy="274320"/>
          </a:xfrm>
          <a:prstGeom prst="rect">
            <a:avLst/>
          </a:prstGeom>
          <a:solidFill>
            <a:srgbClr val="F8FAFC"/>
          </a:solidFill>
          <a:ln w="12700">
            <a:solidFill>
              <a:srgbClr val="E2E8F0"/>
            </a:solidFill>
            <a:prstDash val="solid"/>
          </a:ln>
        </p:spPr>
      </p:sp>
      <p:sp>
        <p:nvSpPr>
          <p:cNvPr id="36" name="Text 34"/>
          <p:cNvSpPr/>
          <p:nvPr/>
        </p:nvSpPr>
        <p:spPr>
          <a:xfrm>
            <a:off x="4754880" y="2926080"/>
            <a:ext cx="3794760" cy="274320"/>
          </a:xfrm>
          <a:prstGeom prst="rect">
            <a:avLst/>
          </a:prstGeom>
          <a:noFill/>
          <a:ln/>
        </p:spPr>
        <p:txBody>
          <a:bodyPr wrap="square" lIns="0" tIns="0" rIns="0" bIns="0" rtlCol="0" anchor="ctr"/>
          <a:lstStyle/>
          <a:p>
            <a:pPr algn="l" indent="0" marL="0">
              <a:buNone/>
            </a:pPr>
            <a:r>
              <a:rPr lang="en-US" sz="1000" b="1" dirty="0">
                <a:solidFill>
                  <a:srgbClr val="0F1B3D"/>
                </a:solidFill>
                <a:latin typeface="Yu Gothic UI" pitchFamily="34" charset="0"/>
                <a:ea typeface="Yu Gothic UI" pitchFamily="34" charset="-122"/>
                <a:cs typeface="Yu Gothic UI" pitchFamily="34" charset="-120"/>
              </a:rPr>
              <a:t>結論バナー(濃色塗り)</a:t>
            </a:r>
            <a:endParaRPr lang="en-US" sz="1000" dirty="0"/>
          </a:p>
        </p:txBody>
      </p:sp>
      <p:sp>
        <p:nvSpPr>
          <p:cNvPr id="37" name="Shape 35"/>
          <p:cNvSpPr/>
          <p:nvPr/>
        </p:nvSpPr>
        <p:spPr>
          <a:xfrm>
            <a:off x="4617720" y="4105656"/>
            <a:ext cx="4069080" cy="4572"/>
          </a:xfrm>
          <a:prstGeom prst="rect">
            <a:avLst/>
          </a:prstGeom>
          <a:solidFill>
            <a:srgbClr val="E2E8F0"/>
          </a:solidFill>
          <a:ln w="12700">
            <a:solidFill>
              <a:srgbClr val="E2E8F0"/>
            </a:solidFill>
            <a:prstDash val="solid"/>
          </a:ln>
        </p:spPr>
      </p:sp>
      <p:sp>
        <p:nvSpPr>
          <p:cNvPr id="38" name="Shape 36"/>
          <p:cNvSpPr/>
          <p:nvPr/>
        </p:nvSpPr>
        <p:spPr>
          <a:xfrm>
            <a:off x="4754880" y="3246120"/>
            <a:ext cx="3794760" cy="822960"/>
          </a:xfrm>
          <a:prstGeom prst="rect">
            <a:avLst/>
          </a:prstGeom>
          <a:solidFill>
            <a:srgbClr val="F8FAFC"/>
          </a:solidFill>
          <a:ln w="6350">
            <a:solidFill>
              <a:srgbClr val="E2E8F0"/>
            </a:solidFill>
            <a:prstDash val="solid"/>
          </a:ln>
        </p:spPr>
      </p:sp>
      <p:sp>
        <p:nvSpPr>
          <p:cNvPr id="39" name="Shape 37"/>
          <p:cNvSpPr/>
          <p:nvPr/>
        </p:nvSpPr>
        <p:spPr>
          <a:xfrm>
            <a:off x="5189220" y="3406140"/>
            <a:ext cx="2926080" cy="502920"/>
          </a:xfrm>
          <a:prstGeom prst="rect">
            <a:avLst/>
          </a:prstGeom>
          <a:solidFill>
            <a:srgbClr val="0F1B3D"/>
          </a:solidFill>
          <a:ln w="12700">
            <a:solidFill>
              <a:srgbClr val="0F1B3D"/>
            </a:solidFill>
            <a:prstDash val="solid"/>
          </a:ln>
        </p:spPr>
      </p:sp>
      <p:sp>
        <p:nvSpPr>
          <p:cNvPr id="40" name="Text 38"/>
          <p:cNvSpPr/>
          <p:nvPr/>
        </p:nvSpPr>
        <p:spPr>
          <a:xfrm>
            <a:off x="5280660" y="3406140"/>
            <a:ext cx="2743200" cy="502920"/>
          </a:xfrm>
          <a:prstGeom prst="rect">
            <a:avLst/>
          </a:prstGeom>
          <a:noFill/>
          <a:ln/>
        </p:spPr>
        <p:txBody>
          <a:bodyPr wrap="square" lIns="0" tIns="0" rIns="0" bIns="0" rtlCol="0" anchor="ctr"/>
          <a:lstStyle/>
          <a:p>
            <a:pPr algn="l" indent="0" marL="0">
              <a:buNone/>
            </a:pPr>
            <a:r>
              <a:rPr lang="en-US" sz="1000" b="1" dirty="0">
                <a:solidFill>
                  <a:srgbClr val="FFFFFF"/>
                </a:solidFill>
                <a:latin typeface="Yu Gothic UI" pitchFamily="34" charset="0"/>
                <a:ea typeface="Yu Gothic UI" pitchFamily="34" charset="-122"/>
                <a:cs typeface="Yu Gothic UI" pitchFamily="34" charset="-120"/>
              </a:rPr>
              <a:t>→ 結論や決定事項をここに</a:t>
            </a:r>
            <a:endParaRPr lang="en-US" sz="1000" dirty="0"/>
          </a:p>
        </p:txBody>
      </p:sp>
      <p:sp>
        <p:nvSpPr>
          <p:cNvPr id="41" name="Text 39"/>
          <p:cNvSpPr/>
          <p:nvPr/>
        </p:nvSpPr>
        <p:spPr>
          <a:xfrm>
            <a:off x="4754880" y="4114800"/>
            <a:ext cx="3794760" cy="457200"/>
          </a:xfrm>
          <a:prstGeom prst="rect">
            <a:avLst/>
          </a:prstGeom>
          <a:noFill/>
          <a:ln/>
        </p:spPr>
        <p:txBody>
          <a:bodyPr wrap="square" lIns="0" tIns="0" rIns="0" bIns="0" rtlCol="0" anchor="t"/>
          <a:lstStyle/>
          <a:p>
            <a:pPr indent="0" marL="0">
              <a:buNone/>
            </a:pPr>
            <a:r>
              <a:rPr lang="en-US" sz="850" b="1" spc="200" kern="0" dirty="0">
                <a:solidFill>
                  <a:srgbClr val="D97706"/>
                </a:solidFill>
                <a:latin typeface="Yu Gothic UI" pitchFamily="34" charset="0"/>
                <a:ea typeface="Yu Gothic UI" pitchFamily="34" charset="-122"/>
                <a:cs typeface="Yu Gothic UI" pitchFamily="34" charset="-120"/>
              </a:rPr>
              <a:t>使い所  </a:t>
            </a:r>
            <a:pPr indent="0" marL="0">
              <a:buNone/>
            </a:pPr>
            <a:r>
              <a:rPr lang="en-US" sz="900" dirty="0">
                <a:solidFill>
                  <a:srgbClr val="1F2937"/>
                </a:solidFill>
                <a:latin typeface="Yu Gothic UI" pitchFamily="34" charset="0"/>
                <a:ea typeface="Yu Gothic UI" pitchFamily="34" charset="-122"/>
                <a:cs typeface="Yu Gothic UI" pitchFamily="34" charset="-120"/>
              </a:rPr>
              <a:t>「→ こうする」のような結論や強い主張をスライドの最後に置く決め打ちボックス。</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0F1B3D"/>
          </a:solidFill>
          <a:ln w="12700">
            <a:solidFill>
              <a:srgbClr val="0F1B3D"/>
            </a:solidFill>
            <a:prstDash val="solid"/>
          </a:ln>
        </p:spPr>
      </p:sp>
      <p:sp>
        <p:nvSpPr>
          <p:cNvPr id="3" name="Text 1"/>
          <p:cNvSpPr/>
          <p:nvPr/>
        </p:nvSpPr>
        <p:spPr>
          <a:xfrm>
            <a:off x="365760" y="0"/>
            <a:ext cx="3657600" cy="384048"/>
          </a:xfrm>
          <a:prstGeom prst="rect">
            <a:avLst/>
          </a:prstGeom>
          <a:noFill/>
          <a:ln/>
        </p:spPr>
        <p:txBody>
          <a:bodyPr wrap="square" lIns="0" tIns="0" rIns="0" bIns="0" rtlCol="0" anchor="ctr"/>
          <a:lstStyle/>
          <a:p>
            <a:pPr algn="l" indent="0" marL="0">
              <a:buNone/>
            </a:pPr>
            <a:r>
              <a:rPr lang="en-US" sz="900" b="1" spc="400" kern="0" dirty="0">
                <a:solidFill>
                  <a:srgbClr val="FFFFFF"/>
                </a:solidFill>
                <a:latin typeface="Yu Gothic UI" pitchFamily="34" charset="0"/>
                <a:ea typeface="Yu Gothic UI" pitchFamily="34" charset="-122"/>
                <a:cs typeface="Yu Gothic UI" pitchFamily="34" charset="-120"/>
              </a:rPr>
              <a:t>COMPONENT CATALOG</a:t>
            </a:r>
            <a:endParaRPr lang="en-US" sz="900" dirty="0"/>
          </a:p>
        </p:txBody>
      </p:sp>
      <p:sp>
        <p:nvSpPr>
          <p:cNvPr id="4" name="Text 2"/>
          <p:cNvSpPr/>
          <p:nvPr/>
        </p:nvSpPr>
        <p:spPr>
          <a:xfrm>
            <a:off x="8229600" y="0"/>
            <a:ext cx="777240" cy="384048"/>
          </a:xfrm>
          <a:prstGeom prst="rect">
            <a:avLst/>
          </a:prstGeom>
          <a:noFill/>
          <a:ln/>
        </p:spPr>
        <p:txBody>
          <a:bodyPr wrap="square" lIns="0" tIns="0" rIns="0" bIns="0" rtlCol="0" anchor="ctr"/>
          <a:lstStyle/>
          <a:p>
            <a:pPr algn="r" indent="0" marL="0">
              <a:buNone/>
            </a:pPr>
            <a:r>
              <a:rPr lang="en-US" sz="900" dirty="0">
                <a:solidFill>
                  <a:srgbClr val="9CA3AF"/>
                </a:solidFill>
                <a:latin typeface="Yu Gothic UI" pitchFamily="34" charset="0"/>
                <a:ea typeface="Yu Gothic UI" pitchFamily="34" charset="-122"/>
                <a:cs typeface="Yu Gothic UI" pitchFamily="34" charset="-120"/>
              </a:rPr>
              <a:t>4 / 6</a:t>
            </a:r>
            <a:endParaRPr lang="en-US" sz="9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algn="l" indent="0" marL="0">
              <a:buNone/>
            </a:pPr>
            <a:r>
              <a:rPr lang="en-US" sz="2200" b="1" dirty="0">
                <a:solidFill>
                  <a:srgbClr val="0F1B3D"/>
                </a:solidFill>
                <a:latin typeface="Yu Gothic UI" pitchFamily="34" charset="0"/>
                <a:ea typeface="Yu Gothic UI" pitchFamily="34" charset="-122"/>
                <a:cs typeface="Yu Gothic UI" pitchFamily="34" charset="-120"/>
              </a:rPr>
              <a:t>3.  インジケータ</a:t>
            </a:r>
            <a:endParaRPr lang="en-US" sz="2200" dirty="0"/>
          </a:p>
        </p:txBody>
      </p:sp>
      <p:sp>
        <p:nvSpPr>
          <p:cNvPr id="6" name="Shape 4"/>
          <p:cNvSpPr/>
          <p:nvPr/>
        </p:nvSpPr>
        <p:spPr>
          <a:xfrm>
            <a:off x="457200" y="1033272"/>
            <a:ext cx="8229600" cy="22860"/>
          </a:xfrm>
          <a:prstGeom prst="rect">
            <a:avLst/>
          </a:prstGeom>
          <a:solidFill>
            <a:srgbClr val="E2E8F0"/>
          </a:solidFill>
          <a:ln w="12700">
            <a:solidFill>
              <a:srgbClr val="E2E8F0"/>
            </a:solidFill>
            <a:prstDash val="solid"/>
          </a:ln>
        </p:spPr>
      </p:sp>
      <p:sp>
        <p:nvSpPr>
          <p:cNvPr id="7" name="Shape 5"/>
          <p:cNvSpPr/>
          <p:nvPr/>
        </p:nvSpPr>
        <p:spPr>
          <a:xfrm>
            <a:off x="457200" y="1188720"/>
            <a:ext cx="4069080" cy="1188720"/>
          </a:xfrm>
          <a:prstGeom prst="rect">
            <a:avLst/>
          </a:prstGeom>
          <a:solidFill>
            <a:srgbClr val="FFFFFF"/>
          </a:solidFill>
          <a:ln w="9525">
            <a:solidFill>
              <a:srgbClr val="E2E8F0"/>
            </a:solidFill>
            <a:prstDash val="solid"/>
          </a:ln>
        </p:spPr>
      </p:sp>
      <p:sp>
        <p:nvSpPr>
          <p:cNvPr id="8" name="Shape 6"/>
          <p:cNvSpPr/>
          <p:nvPr/>
        </p:nvSpPr>
        <p:spPr>
          <a:xfrm>
            <a:off x="457200" y="1188720"/>
            <a:ext cx="4069080" cy="274320"/>
          </a:xfrm>
          <a:prstGeom prst="rect">
            <a:avLst/>
          </a:prstGeom>
          <a:solidFill>
            <a:srgbClr val="F8FAFC"/>
          </a:solidFill>
          <a:ln w="12700">
            <a:solidFill>
              <a:srgbClr val="E2E8F0"/>
            </a:solidFill>
            <a:prstDash val="solid"/>
          </a:ln>
        </p:spPr>
      </p:sp>
      <p:sp>
        <p:nvSpPr>
          <p:cNvPr id="9" name="Text 7"/>
          <p:cNvSpPr/>
          <p:nvPr/>
        </p:nvSpPr>
        <p:spPr>
          <a:xfrm>
            <a:off x="594360" y="1188720"/>
            <a:ext cx="3794760" cy="274320"/>
          </a:xfrm>
          <a:prstGeom prst="rect">
            <a:avLst/>
          </a:prstGeom>
          <a:noFill/>
          <a:ln/>
        </p:spPr>
        <p:txBody>
          <a:bodyPr wrap="square" lIns="0" tIns="0" rIns="0" bIns="0" rtlCol="0" anchor="ctr"/>
          <a:lstStyle/>
          <a:p>
            <a:pPr algn="l" indent="0" marL="0">
              <a:buNone/>
            </a:pPr>
            <a:r>
              <a:rPr lang="en-US" sz="1000" b="1" dirty="0">
                <a:solidFill>
                  <a:srgbClr val="0F1B3D"/>
                </a:solidFill>
                <a:latin typeface="Yu Gothic UI" pitchFamily="34" charset="0"/>
                <a:ea typeface="Yu Gothic UI" pitchFamily="34" charset="-122"/>
                <a:cs typeface="Yu Gothic UI" pitchFamily="34" charset="-120"/>
              </a:rPr>
              <a:t>数字バッジ(円)</a:t>
            </a:r>
            <a:endParaRPr lang="en-US" sz="1000" dirty="0"/>
          </a:p>
        </p:txBody>
      </p:sp>
      <p:sp>
        <p:nvSpPr>
          <p:cNvPr id="10" name="Shape 8"/>
          <p:cNvSpPr/>
          <p:nvPr/>
        </p:nvSpPr>
        <p:spPr>
          <a:xfrm>
            <a:off x="457200" y="1865376"/>
            <a:ext cx="4069080" cy="4572"/>
          </a:xfrm>
          <a:prstGeom prst="rect">
            <a:avLst/>
          </a:prstGeom>
          <a:solidFill>
            <a:srgbClr val="E2E8F0"/>
          </a:solidFill>
          <a:ln w="12700">
            <a:solidFill>
              <a:srgbClr val="E2E8F0"/>
            </a:solidFill>
            <a:prstDash val="solid"/>
          </a:ln>
        </p:spPr>
      </p:sp>
      <p:sp>
        <p:nvSpPr>
          <p:cNvPr id="11" name="Shape 9"/>
          <p:cNvSpPr/>
          <p:nvPr/>
        </p:nvSpPr>
        <p:spPr>
          <a:xfrm>
            <a:off x="594360" y="1508760"/>
            <a:ext cx="3794760" cy="320040"/>
          </a:xfrm>
          <a:prstGeom prst="rect">
            <a:avLst/>
          </a:prstGeom>
          <a:solidFill>
            <a:srgbClr val="F8FAFC"/>
          </a:solidFill>
          <a:ln w="6350">
            <a:solidFill>
              <a:srgbClr val="E2E8F0"/>
            </a:solidFill>
            <a:prstDash val="solid"/>
          </a:ln>
        </p:spPr>
      </p:sp>
      <p:sp>
        <p:nvSpPr>
          <p:cNvPr id="12" name="Shape 10"/>
          <p:cNvSpPr/>
          <p:nvPr/>
        </p:nvSpPr>
        <p:spPr>
          <a:xfrm>
            <a:off x="1431036" y="1476756"/>
            <a:ext cx="384048" cy="384048"/>
          </a:xfrm>
          <a:prstGeom prst="ellipse">
            <a:avLst/>
          </a:prstGeom>
          <a:solidFill>
            <a:srgbClr val="1C7293"/>
          </a:solidFill>
          <a:ln w="12700">
            <a:solidFill>
              <a:srgbClr val="1C7293"/>
            </a:solidFill>
            <a:prstDash val="solid"/>
          </a:ln>
        </p:spPr>
      </p:sp>
      <p:sp>
        <p:nvSpPr>
          <p:cNvPr id="13" name="Text 11"/>
          <p:cNvSpPr/>
          <p:nvPr/>
        </p:nvSpPr>
        <p:spPr>
          <a:xfrm>
            <a:off x="1431036" y="14767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UI" pitchFamily="34" charset="0"/>
                <a:ea typeface="Yu Gothic UI" pitchFamily="34" charset="-122"/>
                <a:cs typeface="Yu Gothic UI" pitchFamily="34" charset="-120"/>
              </a:rPr>
              <a:t>1</a:t>
            </a:r>
            <a:endParaRPr lang="en-US" sz="1400" dirty="0"/>
          </a:p>
        </p:txBody>
      </p:sp>
      <p:sp>
        <p:nvSpPr>
          <p:cNvPr id="14" name="Shape 12"/>
          <p:cNvSpPr/>
          <p:nvPr/>
        </p:nvSpPr>
        <p:spPr>
          <a:xfrm>
            <a:off x="2299716" y="1476756"/>
            <a:ext cx="384048" cy="384048"/>
          </a:xfrm>
          <a:prstGeom prst="ellipse">
            <a:avLst/>
          </a:prstGeom>
          <a:solidFill>
            <a:srgbClr val="065A82"/>
          </a:solidFill>
          <a:ln w="12700">
            <a:solidFill>
              <a:srgbClr val="065A82"/>
            </a:solidFill>
            <a:prstDash val="solid"/>
          </a:ln>
        </p:spPr>
      </p:sp>
      <p:sp>
        <p:nvSpPr>
          <p:cNvPr id="15" name="Text 13"/>
          <p:cNvSpPr/>
          <p:nvPr/>
        </p:nvSpPr>
        <p:spPr>
          <a:xfrm>
            <a:off x="2299716" y="14767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UI" pitchFamily="34" charset="0"/>
                <a:ea typeface="Yu Gothic UI" pitchFamily="34" charset="-122"/>
                <a:cs typeface="Yu Gothic UI" pitchFamily="34" charset="-120"/>
              </a:rPr>
              <a:t>2</a:t>
            </a:r>
            <a:endParaRPr lang="en-US" sz="1400" dirty="0"/>
          </a:p>
        </p:txBody>
      </p:sp>
      <p:sp>
        <p:nvSpPr>
          <p:cNvPr id="16" name="Shape 14"/>
          <p:cNvSpPr/>
          <p:nvPr/>
        </p:nvSpPr>
        <p:spPr>
          <a:xfrm>
            <a:off x="3168396" y="1476756"/>
            <a:ext cx="384048" cy="384048"/>
          </a:xfrm>
          <a:prstGeom prst="ellipse">
            <a:avLst/>
          </a:prstGeom>
          <a:solidFill>
            <a:srgbClr val="D97706"/>
          </a:solidFill>
          <a:ln w="12700">
            <a:solidFill>
              <a:srgbClr val="D97706"/>
            </a:solidFill>
            <a:prstDash val="solid"/>
          </a:ln>
        </p:spPr>
      </p:sp>
      <p:sp>
        <p:nvSpPr>
          <p:cNvPr id="17" name="Text 15"/>
          <p:cNvSpPr/>
          <p:nvPr/>
        </p:nvSpPr>
        <p:spPr>
          <a:xfrm>
            <a:off x="3168396" y="14767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UI" pitchFamily="34" charset="0"/>
                <a:ea typeface="Yu Gothic UI" pitchFamily="34" charset="-122"/>
                <a:cs typeface="Yu Gothic UI" pitchFamily="34" charset="-120"/>
              </a:rPr>
              <a:t>3</a:t>
            </a:r>
            <a:endParaRPr lang="en-US" sz="1400" dirty="0"/>
          </a:p>
        </p:txBody>
      </p:sp>
      <p:sp>
        <p:nvSpPr>
          <p:cNvPr id="18" name="Text 16"/>
          <p:cNvSpPr/>
          <p:nvPr/>
        </p:nvSpPr>
        <p:spPr>
          <a:xfrm>
            <a:off x="594360" y="1874520"/>
            <a:ext cx="3794760" cy="457200"/>
          </a:xfrm>
          <a:prstGeom prst="rect">
            <a:avLst/>
          </a:prstGeom>
          <a:noFill/>
          <a:ln/>
        </p:spPr>
        <p:txBody>
          <a:bodyPr wrap="square" lIns="0" tIns="0" rIns="0" bIns="0" rtlCol="0" anchor="t"/>
          <a:lstStyle/>
          <a:p>
            <a:pPr indent="0" marL="0">
              <a:buNone/>
            </a:pPr>
            <a:r>
              <a:rPr lang="en-US" sz="850" b="1" spc="200" kern="0" dirty="0">
                <a:solidFill>
                  <a:srgbClr val="D97706"/>
                </a:solidFill>
                <a:latin typeface="Yu Gothic UI" pitchFamily="34" charset="0"/>
                <a:ea typeface="Yu Gothic UI" pitchFamily="34" charset="-122"/>
                <a:cs typeface="Yu Gothic UI" pitchFamily="34" charset="-120"/>
              </a:rPr>
              <a:t>使い所  </a:t>
            </a:r>
            <a:pPr indent="0" marL="0">
              <a:buNone/>
            </a:pPr>
            <a:r>
              <a:rPr lang="en-US" sz="900" dirty="0">
                <a:solidFill>
                  <a:srgbClr val="1F2937"/>
                </a:solidFill>
                <a:latin typeface="Yu Gothic UI" pitchFamily="34" charset="0"/>
                <a:ea typeface="Yu Gothic UI" pitchFamily="34" charset="-122"/>
                <a:cs typeface="Yu Gothic UI" pitchFamily="34" charset="-120"/>
              </a:rPr>
              <a:t>「3つのサブゴール」「6つの所見」などの並列要素にナンバリング。teal/blueなど色で意味づけ。</a:t>
            </a:r>
            <a:endParaRPr lang="en-US" sz="850" dirty="0"/>
          </a:p>
        </p:txBody>
      </p:sp>
      <p:sp>
        <p:nvSpPr>
          <p:cNvPr id="19" name="Shape 17"/>
          <p:cNvSpPr/>
          <p:nvPr/>
        </p:nvSpPr>
        <p:spPr>
          <a:xfrm>
            <a:off x="4617720" y="1188720"/>
            <a:ext cx="4069080" cy="1188720"/>
          </a:xfrm>
          <a:prstGeom prst="rect">
            <a:avLst/>
          </a:prstGeom>
          <a:solidFill>
            <a:srgbClr val="FFFFFF"/>
          </a:solidFill>
          <a:ln w="9525">
            <a:solidFill>
              <a:srgbClr val="E2E8F0"/>
            </a:solidFill>
            <a:prstDash val="solid"/>
          </a:ln>
        </p:spPr>
      </p:sp>
      <p:sp>
        <p:nvSpPr>
          <p:cNvPr id="20" name="Shape 18"/>
          <p:cNvSpPr/>
          <p:nvPr/>
        </p:nvSpPr>
        <p:spPr>
          <a:xfrm>
            <a:off x="4617720" y="1188720"/>
            <a:ext cx="4069080" cy="274320"/>
          </a:xfrm>
          <a:prstGeom prst="rect">
            <a:avLst/>
          </a:prstGeom>
          <a:solidFill>
            <a:srgbClr val="F8FAFC"/>
          </a:solidFill>
          <a:ln w="12700">
            <a:solidFill>
              <a:srgbClr val="E2E8F0"/>
            </a:solidFill>
            <a:prstDash val="solid"/>
          </a:ln>
        </p:spPr>
      </p:sp>
      <p:sp>
        <p:nvSpPr>
          <p:cNvPr id="21" name="Text 19"/>
          <p:cNvSpPr/>
          <p:nvPr/>
        </p:nvSpPr>
        <p:spPr>
          <a:xfrm>
            <a:off x="4754880" y="1188720"/>
            <a:ext cx="3794760" cy="274320"/>
          </a:xfrm>
          <a:prstGeom prst="rect">
            <a:avLst/>
          </a:prstGeom>
          <a:noFill/>
          <a:ln/>
        </p:spPr>
        <p:txBody>
          <a:bodyPr wrap="square" lIns="0" tIns="0" rIns="0" bIns="0" rtlCol="0" anchor="ctr"/>
          <a:lstStyle/>
          <a:p>
            <a:pPr algn="l" indent="0" marL="0">
              <a:buNone/>
            </a:pPr>
            <a:r>
              <a:rPr lang="en-US" sz="1000" b="1" dirty="0">
                <a:solidFill>
                  <a:srgbClr val="0F1B3D"/>
                </a:solidFill>
                <a:latin typeface="Yu Gothic UI" pitchFamily="34" charset="0"/>
                <a:ea typeface="Yu Gothic UI" pitchFamily="34" charset="-122"/>
                <a:cs typeface="Yu Gothic UI" pitchFamily="34" charset="-120"/>
              </a:rPr>
              <a:t>優先度チップ</a:t>
            </a:r>
            <a:endParaRPr lang="en-US" sz="1000" dirty="0"/>
          </a:p>
        </p:txBody>
      </p:sp>
      <p:sp>
        <p:nvSpPr>
          <p:cNvPr id="22" name="Shape 20"/>
          <p:cNvSpPr/>
          <p:nvPr/>
        </p:nvSpPr>
        <p:spPr>
          <a:xfrm>
            <a:off x="4617720" y="1865376"/>
            <a:ext cx="4069080" cy="4572"/>
          </a:xfrm>
          <a:prstGeom prst="rect">
            <a:avLst/>
          </a:prstGeom>
          <a:solidFill>
            <a:srgbClr val="E2E8F0"/>
          </a:solidFill>
          <a:ln w="12700">
            <a:solidFill>
              <a:srgbClr val="E2E8F0"/>
            </a:solidFill>
            <a:prstDash val="solid"/>
          </a:ln>
        </p:spPr>
      </p:sp>
      <p:sp>
        <p:nvSpPr>
          <p:cNvPr id="23" name="Shape 21"/>
          <p:cNvSpPr/>
          <p:nvPr/>
        </p:nvSpPr>
        <p:spPr>
          <a:xfrm>
            <a:off x="4754880" y="1508760"/>
            <a:ext cx="3794760" cy="320040"/>
          </a:xfrm>
          <a:prstGeom prst="rect">
            <a:avLst/>
          </a:prstGeom>
          <a:solidFill>
            <a:srgbClr val="F8FAFC"/>
          </a:solidFill>
          <a:ln w="6350">
            <a:solidFill>
              <a:srgbClr val="E2E8F0"/>
            </a:solidFill>
            <a:prstDash val="solid"/>
          </a:ln>
        </p:spPr>
      </p:sp>
      <p:sp>
        <p:nvSpPr>
          <p:cNvPr id="24" name="Shape 22"/>
          <p:cNvSpPr/>
          <p:nvPr/>
        </p:nvSpPr>
        <p:spPr>
          <a:xfrm>
            <a:off x="5577840" y="1531620"/>
            <a:ext cx="594360" cy="274320"/>
          </a:xfrm>
          <a:prstGeom prst="rect">
            <a:avLst/>
          </a:prstGeom>
          <a:solidFill>
            <a:srgbClr val="D97706"/>
          </a:solidFill>
          <a:ln w="12700">
            <a:solidFill>
              <a:srgbClr val="D97706"/>
            </a:solidFill>
            <a:prstDash val="solid"/>
          </a:ln>
        </p:spPr>
      </p:sp>
      <p:sp>
        <p:nvSpPr>
          <p:cNvPr id="25" name="Text 23"/>
          <p:cNvSpPr/>
          <p:nvPr/>
        </p:nvSpPr>
        <p:spPr>
          <a:xfrm>
            <a:off x="5577840" y="1531620"/>
            <a:ext cx="5943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Yu Gothic UI" pitchFamily="34" charset="0"/>
                <a:ea typeface="Yu Gothic UI" pitchFamily="34" charset="-122"/>
                <a:cs typeface="Yu Gothic UI" pitchFamily="34" charset="-120"/>
              </a:rPr>
              <a:t>短期</a:t>
            </a:r>
            <a:endParaRPr lang="en-US" sz="1000" dirty="0"/>
          </a:p>
        </p:txBody>
      </p:sp>
      <p:sp>
        <p:nvSpPr>
          <p:cNvPr id="26" name="Shape 24"/>
          <p:cNvSpPr/>
          <p:nvPr/>
        </p:nvSpPr>
        <p:spPr>
          <a:xfrm>
            <a:off x="6355080" y="1531620"/>
            <a:ext cx="594360" cy="274320"/>
          </a:xfrm>
          <a:prstGeom prst="rect">
            <a:avLst/>
          </a:prstGeom>
          <a:solidFill>
            <a:srgbClr val="1C7293"/>
          </a:solidFill>
          <a:ln w="12700">
            <a:solidFill>
              <a:srgbClr val="1C7293"/>
            </a:solidFill>
            <a:prstDash val="solid"/>
          </a:ln>
        </p:spPr>
      </p:sp>
      <p:sp>
        <p:nvSpPr>
          <p:cNvPr id="27" name="Text 25"/>
          <p:cNvSpPr/>
          <p:nvPr/>
        </p:nvSpPr>
        <p:spPr>
          <a:xfrm>
            <a:off x="6355080" y="1531620"/>
            <a:ext cx="5943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Yu Gothic UI" pitchFamily="34" charset="0"/>
                <a:ea typeface="Yu Gothic UI" pitchFamily="34" charset="-122"/>
                <a:cs typeface="Yu Gothic UI" pitchFamily="34" charset="-120"/>
              </a:rPr>
              <a:t>中期</a:t>
            </a:r>
            <a:endParaRPr lang="en-US" sz="1000" dirty="0"/>
          </a:p>
        </p:txBody>
      </p:sp>
      <p:sp>
        <p:nvSpPr>
          <p:cNvPr id="28" name="Shape 26"/>
          <p:cNvSpPr/>
          <p:nvPr/>
        </p:nvSpPr>
        <p:spPr>
          <a:xfrm>
            <a:off x="7132320" y="1531620"/>
            <a:ext cx="594360" cy="274320"/>
          </a:xfrm>
          <a:prstGeom prst="rect">
            <a:avLst/>
          </a:prstGeom>
          <a:solidFill>
            <a:srgbClr val="94A3B8"/>
          </a:solidFill>
          <a:ln w="12700">
            <a:solidFill>
              <a:srgbClr val="94A3B8"/>
            </a:solidFill>
            <a:prstDash val="solid"/>
          </a:ln>
        </p:spPr>
      </p:sp>
      <p:sp>
        <p:nvSpPr>
          <p:cNvPr id="29" name="Text 27"/>
          <p:cNvSpPr/>
          <p:nvPr/>
        </p:nvSpPr>
        <p:spPr>
          <a:xfrm>
            <a:off x="7132320" y="1531620"/>
            <a:ext cx="5943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Yu Gothic UI" pitchFamily="34" charset="0"/>
                <a:ea typeface="Yu Gothic UI" pitchFamily="34" charset="-122"/>
                <a:cs typeface="Yu Gothic UI" pitchFamily="34" charset="-120"/>
              </a:rPr>
              <a:t>長期</a:t>
            </a:r>
            <a:endParaRPr lang="en-US" sz="1000" dirty="0"/>
          </a:p>
        </p:txBody>
      </p:sp>
      <p:sp>
        <p:nvSpPr>
          <p:cNvPr id="30" name="Text 28"/>
          <p:cNvSpPr/>
          <p:nvPr/>
        </p:nvSpPr>
        <p:spPr>
          <a:xfrm>
            <a:off x="4754880" y="1874520"/>
            <a:ext cx="3794760" cy="457200"/>
          </a:xfrm>
          <a:prstGeom prst="rect">
            <a:avLst/>
          </a:prstGeom>
          <a:noFill/>
          <a:ln/>
        </p:spPr>
        <p:txBody>
          <a:bodyPr wrap="square" lIns="0" tIns="0" rIns="0" bIns="0" rtlCol="0" anchor="t"/>
          <a:lstStyle/>
          <a:p>
            <a:pPr indent="0" marL="0">
              <a:buNone/>
            </a:pPr>
            <a:r>
              <a:rPr lang="en-US" sz="850" b="1" spc="200" kern="0" dirty="0">
                <a:solidFill>
                  <a:srgbClr val="D97706"/>
                </a:solidFill>
                <a:latin typeface="Yu Gothic UI" pitchFamily="34" charset="0"/>
                <a:ea typeface="Yu Gothic UI" pitchFamily="34" charset="-122"/>
                <a:cs typeface="Yu Gothic UI" pitchFamily="34" charset="-120"/>
              </a:rPr>
              <a:t>使い所  </a:t>
            </a:r>
            <a:pPr indent="0" marL="0">
              <a:buNone/>
            </a:pPr>
            <a:r>
              <a:rPr lang="en-US" sz="900" dirty="0">
                <a:solidFill>
                  <a:srgbClr val="1F2937"/>
                </a:solidFill>
                <a:latin typeface="Yu Gothic UI" pitchFamily="34" charset="0"/>
                <a:ea typeface="Yu Gothic UI" pitchFamily="34" charset="-122"/>
                <a:cs typeface="Yu Gothic UI" pitchFamily="34" charset="-120"/>
              </a:rPr>
              <a:t>アクションリストや評価ラベル。amber/teal/grayで「短期/中期/長期」など意味分け。</a:t>
            </a:r>
            <a:endParaRPr lang="en-US" sz="850" dirty="0"/>
          </a:p>
        </p:txBody>
      </p:sp>
      <p:sp>
        <p:nvSpPr>
          <p:cNvPr id="31" name="Shape 29"/>
          <p:cNvSpPr/>
          <p:nvPr/>
        </p:nvSpPr>
        <p:spPr>
          <a:xfrm>
            <a:off x="457200" y="2423160"/>
            <a:ext cx="4069080" cy="1188720"/>
          </a:xfrm>
          <a:prstGeom prst="rect">
            <a:avLst/>
          </a:prstGeom>
          <a:solidFill>
            <a:srgbClr val="FFFFFF"/>
          </a:solidFill>
          <a:ln w="9525">
            <a:solidFill>
              <a:srgbClr val="E2E8F0"/>
            </a:solidFill>
            <a:prstDash val="solid"/>
          </a:ln>
        </p:spPr>
      </p:sp>
      <p:sp>
        <p:nvSpPr>
          <p:cNvPr id="32" name="Shape 30"/>
          <p:cNvSpPr/>
          <p:nvPr/>
        </p:nvSpPr>
        <p:spPr>
          <a:xfrm>
            <a:off x="457200" y="2423160"/>
            <a:ext cx="4069080" cy="274320"/>
          </a:xfrm>
          <a:prstGeom prst="rect">
            <a:avLst/>
          </a:prstGeom>
          <a:solidFill>
            <a:srgbClr val="F8FAFC"/>
          </a:solidFill>
          <a:ln w="12700">
            <a:solidFill>
              <a:srgbClr val="E2E8F0"/>
            </a:solidFill>
            <a:prstDash val="solid"/>
          </a:ln>
        </p:spPr>
      </p:sp>
      <p:sp>
        <p:nvSpPr>
          <p:cNvPr id="33" name="Text 31"/>
          <p:cNvSpPr/>
          <p:nvPr/>
        </p:nvSpPr>
        <p:spPr>
          <a:xfrm>
            <a:off x="594360" y="2423160"/>
            <a:ext cx="3794760" cy="274320"/>
          </a:xfrm>
          <a:prstGeom prst="rect">
            <a:avLst/>
          </a:prstGeom>
          <a:noFill/>
          <a:ln/>
        </p:spPr>
        <p:txBody>
          <a:bodyPr wrap="square" lIns="0" tIns="0" rIns="0" bIns="0" rtlCol="0" anchor="ctr"/>
          <a:lstStyle/>
          <a:p>
            <a:pPr algn="l" indent="0" marL="0">
              <a:buNone/>
            </a:pPr>
            <a:r>
              <a:rPr lang="en-US" sz="1000" b="1" dirty="0">
                <a:solidFill>
                  <a:srgbClr val="0F1B3D"/>
                </a:solidFill>
                <a:latin typeface="Yu Gothic UI" pitchFamily="34" charset="0"/>
                <a:ea typeface="Yu Gothic UI" pitchFamily="34" charset="-122"/>
                <a:cs typeface="Yu Gothic UI" pitchFamily="34" charset="-120"/>
              </a:rPr>
              <a:t>左サイドカラーバー</a:t>
            </a:r>
            <a:endParaRPr lang="en-US" sz="1000" dirty="0"/>
          </a:p>
        </p:txBody>
      </p:sp>
      <p:sp>
        <p:nvSpPr>
          <p:cNvPr id="34" name="Shape 32"/>
          <p:cNvSpPr/>
          <p:nvPr/>
        </p:nvSpPr>
        <p:spPr>
          <a:xfrm>
            <a:off x="457200" y="3099816"/>
            <a:ext cx="4069080" cy="4572"/>
          </a:xfrm>
          <a:prstGeom prst="rect">
            <a:avLst/>
          </a:prstGeom>
          <a:solidFill>
            <a:srgbClr val="E2E8F0"/>
          </a:solidFill>
          <a:ln w="12700">
            <a:solidFill>
              <a:srgbClr val="E2E8F0"/>
            </a:solidFill>
            <a:prstDash val="solid"/>
          </a:ln>
        </p:spPr>
      </p:sp>
      <p:sp>
        <p:nvSpPr>
          <p:cNvPr id="35" name="Shape 33"/>
          <p:cNvSpPr/>
          <p:nvPr/>
        </p:nvSpPr>
        <p:spPr>
          <a:xfrm>
            <a:off x="594360" y="2743200"/>
            <a:ext cx="3794760" cy="320040"/>
          </a:xfrm>
          <a:prstGeom prst="rect">
            <a:avLst/>
          </a:prstGeom>
          <a:solidFill>
            <a:srgbClr val="F8FAFC"/>
          </a:solidFill>
          <a:ln w="6350">
            <a:solidFill>
              <a:srgbClr val="E2E8F0"/>
            </a:solidFill>
            <a:prstDash val="solid"/>
          </a:ln>
        </p:spPr>
      </p:sp>
      <p:sp>
        <p:nvSpPr>
          <p:cNvPr id="36" name="Shape 34"/>
          <p:cNvSpPr/>
          <p:nvPr/>
        </p:nvSpPr>
        <p:spPr>
          <a:xfrm>
            <a:off x="1120140" y="2651760"/>
            <a:ext cx="2743200" cy="502920"/>
          </a:xfrm>
          <a:prstGeom prst="rect">
            <a:avLst/>
          </a:prstGeom>
          <a:solidFill>
            <a:srgbClr val="FFFFFF"/>
          </a:solidFill>
          <a:ln w="9525">
            <a:solidFill>
              <a:srgbClr val="E2E8F0"/>
            </a:solidFill>
            <a:prstDash val="solid"/>
          </a:ln>
        </p:spPr>
      </p:sp>
      <p:sp>
        <p:nvSpPr>
          <p:cNvPr id="37" name="Shape 35"/>
          <p:cNvSpPr/>
          <p:nvPr/>
        </p:nvSpPr>
        <p:spPr>
          <a:xfrm>
            <a:off x="1120140" y="2651760"/>
            <a:ext cx="54864" cy="502920"/>
          </a:xfrm>
          <a:prstGeom prst="rect">
            <a:avLst/>
          </a:prstGeom>
          <a:solidFill>
            <a:srgbClr val="D97706"/>
          </a:solidFill>
          <a:ln w="12700">
            <a:solidFill>
              <a:srgbClr val="D97706"/>
            </a:solidFill>
            <a:prstDash val="solid"/>
          </a:ln>
        </p:spPr>
      </p:sp>
      <p:sp>
        <p:nvSpPr>
          <p:cNvPr id="38" name="Text 36"/>
          <p:cNvSpPr/>
          <p:nvPr/>
        </p:nvSpPr>
        <p:spPr>
          <a:xfrm>
            <a:off x="1284732" y="2651760"/>
            <a:ext cx="2514600" cy="502920"/>
          </a:xfrm>
          <a:prstGeom prst="rect">
            <a:avLst/>
          </a:prstGeom>
          <a:noFill/>
          <a:ln/>
        </p:spPr>
        <p:txBody>
          <a:bodyPr wrap="square" lIns="0" tIns="0" rIns="0" bIns="0" rtlCol="0" anchor="ctr"/>
          <a:lstStyle/>
          <a:p>
            <a:pPr algn="l" indent="0" marL="0">
              <a:buNone/>
            </a:pPr>
            <a:r>
              <a:rPr lang="en-US" sz="1000" dirty="0">
                <a:solidFill>
                  <a:srgbClr val="1F2937"/>
                </a:solidFill>
                <a:latin typeface="Yu Gothic UI" pitchFamily="34" charset="0"/>
                <a:ea typeface="Yu Gothic UI" pitchFamily="34" charset="-122"/>
                <a:cs typeface="Yu Gothic UI" pitchFamily="34" charset="-120"/>
              </a:rPr>
              <a:t>注意点や限界を示すブロック</a:t>
            </a:r>
            <a:endParaRPr lang="en-US" sz="1000" dirty="0"/>
          </a:p>
        </p:txBody>
      </p:sp>
      <p:sp>
        <p:nvSpPr>
          <p:cNvPr id="39" name="Text 37"/>
          <p:cNvSpPr/>
          <p:nvPr/>
        </p:nvSpPr>
        <p:spPr>
          <a:xfrm>
            <a:off x="594360" y="3108960"/>
            <a:ext cx="3794760" cy="457200"/>
          </a:xfrm>
          <a:prstGeom prst="rect">
            <a:avLst/>
          </a:prstGeom>
          <a:noFill/>
          <a:ln/>
        </p:spPr>
        <p:txBody>
          <a:bodyPr wrap="square" lIns="0" tIns="0" rIns="0" bIns="0" rtlCol="0" anchor="t"/>
          <a:lstStyle/>
          <a:p>
            <a:pPr indent="0" marL="0">
              <a:buNone/>
            </a:pPr>
            <a:r>
              <a:rPr lang="en-US" sz="850" b="1" spc="200" kern="0" dirty="0">
                <a:solidFill>
                  <a:srgbClr val="D97706"/>
                </a:solidFill>
                <a:latin typeface="Yu Gothic UI" pitchFamily="34" charset="0"/>
                <a:ea typeface="Yu Gothic UI" pitchFamily="34" charset="-122"/>
                <a:cs typeface="Yu Gothic UI" pitchFamily="34" charset="-120"/>
              </a:rPr>
              <a:t>使い所  </a:t>
            </a:r>
            <a:pPr indent="0" marL="0">
              <a:buNone/>
            </a:pPr>
            <a:r>
              <a:rPr lang="en-US" sz="900" dirty="0">
                <a:solidFill>
                  <a:srgbClr val="1F2937"/>
                </a:solidFill>
                <a:latin typeface="Yu Gothic UI" pitchFamily="34" charset="0"/>
                <a:ea typeface="Yu Gothic UI" pitchFamily="34" charset="-122"/>
                <a:cs typeface="Yu Gothic UI" pitchFamily="34" charset="-120"/>
              </a:rPr>
              <a:t>ボックスの左端に細い色帯を立てて重要度を示す。amberで注意/警告、tealで強調。</a:t>
            </a:r>
            <a:endParaRPr lang="en-US" sz="850" dirty="0"/>
          </a:p>
        </p:txBody>
      </p:sp>
      <p:sp>
        <p:nvSpPr>
          <p:cNvPr id="40" name="Shape 38"/>
          <p:cNvSpPr/>
          <p:nvPr/>
        </p:nvSpPr>
        <p:spPr>
          <a:xfrm>
            <a:off x="4617720" y="2423160"/>
            <a:ext cx="4069080" cy="1188720"/>
          </a:xfrm>
          <a:prstGeom prst="rect">
            <a:avLst/>
          </a:prstGeom>
          <a:solidFill>
            <a:srgbClr val="FFFFFF"/>
          </a:solidFill>
          <a:ln w="9525">
            <a:solidFill>
              <a:srgbClr val="E2E8F0"/>
            </a:solidFill>
            <a:prstDash val="solid"/>
          </a:ln>
        </p:spPr>
      </p:sp>
      <p:sp>
        <p:nvSpPr>
          <p:cNvPr id="41" name="Shape 39"/>
          <p:cNvSpPr/>
          <p:nvPr/>
        </p:nvSpPr>
        <p:spPr>
          <a:xfrm>
            <a:off x="4617720" y="2423160"/>
            <a:ext cx="4069080" cy="274320"/>
          </a:xfrm>
          <a:prstGeom prst="rect">
            <a:avLst/>
          </a:prstGeom>
          <a:solidFill>
            <a:srgbClr val="F8FAFC"/>
          </a:solidFill>
          <a:ln w="12700">
            <a:solidFill>
              <a:srgbClr val="E2E8F0"/>
            </a:solidFill>
            <a:prstDash val="solid"/>
          </a:ln>
        </p:spPr>
      </p:sp>
      <p:sp>
        <p:nvSpPr>
          <p:cNvPr id="42" name="Text 40"/>
          <p:cNvSpPr/>
          <p:nvPr/>
        </p:nvSpPr>
        <p:spPr>
          <a:xfrm>
            <a:off x="4754880" y="2423160"/>
            <a:ext cx="3794760" cy="274320"/>
          </a:xfrm>
          <a:prstGeom prst="rect">
            <a:avLst/>
          </a:prstGeom>
          <a:noFill/>
          <a:ln/>
        </p:spPr>
        <p:txBody>
          <a:bodyPr wrap="square" lIns="0" tIns="0" rIns="0" bIns="0" rtlCol="0" anchor="ctr"/>
          <a:lstStyle/>
          <a:p>
            <a:pPr algn="l" indent="0" marL="0">
              <a:buNone/>
            </a:pPr>
            <a:r>
              <a:rPr lang="en-US" sz="1000" b="1" dirty="0">
                <a:solidFill>
                  <a:srgbClr val="0F1B3D"/>
                </a:solidFill>
                <a:latin typeface="Yu Gothic UI" pitchFamily="34" charset="0"/>
                <a:ea typeface="Yu Gothic UI" pitchFamily="34" charset="-122"/>
                <a:cs typeface="Yu Gothic UI" pitchFamily="34" charset="-120"/>
              </a:rPr>
              <a:t>状態マーカー</a:t>
            </a:r>
            <a:endParaRPr lang="en-US" sz="1000" dirty="0"/>
          </a:p>
        </p:txBody>
      </p:sp>
      <p:sp>
        <p:nvSpPr>
          <p:cNvPr id="43" name="Shape 41"/>
          <p:cNvSpPr/>
          <p:nvPr/>
        </p:nvSpPr>
        <p:spPr>
          <a:xfrm>
            <a:off x="4617720" y="3099816"/>
            <a:ext cx="4069080" cy="4572"/>
          </a:xfrm>
          <a:prstGeom prst="rect">
            <a:avLst/>
          </a:prstGeom>
          <a:solidFill>
            <a:srgbClr val="E2E8F0"/>
          </a:solidFill>
          <a:ln w="12700">
            <a:solidFill>
              <a:srgbClr val="E2E8F0"/>
            </a:solidFill>
            <a:prstDash val="solid"/>
          </a:ln>
        </p:spPr>
      </p:sp>
      <p:sp>
        <p:nvSpPr>
          <p:cNvPr id="44" name="Shape 42"/>
          <p:cNvSpPr/>
          <p:nvPr/>
        </p:nvSpPr>
        <p:spPr>
          <a:xfrm>
            <a:off x="4754880" y="2743200"/>
            <a:ext cx="3794760" cy="320040"/>
          </a:xfrm>
          <a:prstGeom prst="rect">
            <a:avLst/>
          </a:prstGeom>
          <a:solidFill>
            <a:srgbClr val="F8FAFC"/>
          </a:solidFill>
          <a:ln w="6350">
            <a:solidFill>
              <a:srgbClr val="E2E8F0"/>
            </a:solidFill>
            <a:prstDash val="solid"/>
          </a:ln>
        </p:spPr>
      </p:sp>
      <p:sp>
        <p:nvSpPr>
          <p:cNvPr id="45" name="Text 43"/>
          <p:cNvSpPr/>
          <p:nvPr/>
        </p:nvSpPr>
        <p:spPr>
          <a:xfrm>
            <a:off x="4846320" y="2743200"/>
            <a:ext cx="3611880" cy="320040"/>
          </a:xfrm>
          <a:prstGeom prst="rect">
            <a:avLst/>
          </a:prstGeom>
          <a:noFill/>
          <a:ln/>
        </p:spPr>
        <p:txBody>
          <a:bodyPr wrap="square" lIns="0" tIns="0" rIns="0" bIns="0" rtlCol="0" anchor="ctr"/>
          <a:lstStyle/>
          <a:p>
            <a:pPr algn="ctr" indent="0" marL="0">
              <a:buNone/>
            </a:pPr>
            <a:r>
              <a:rPr lang="en-US" sz="1400" b="1" dirty="0">
                <a:solidFill>
                  <a:srgbClr val="1C7293"/>
                </a:solidFill>
                <a:latin typeface="Yu Gothic UI" pitchFamily="34" charset="0"/>
                <a:ea typeface="Yu Gothic UI" pitchFamily="34" charset="-122"/>
                <a:cs typeface="Yu Gothic UI" pitchFamily="34" charset="-120"/>
              </a:rPr>
              <a:t>✓ </a:t>
            </a:r>
            <a:pPr algn="ctr" indent="0" marL="0">
              <a:buNone/>
            </a:pPr>
            <a:r>
              <a:rPr lang="en-US" sz="1100" dirty="0">
                <a:solidFill>
                  <a:srgbClr val="1F2937"/>
                </a:solidFill>
                <a:latin typeface="Yu Gothic UI" pitchFamily="34" charset="0"/>
                <a:ea typeface="Yu Gothic UI" pitchFamily="34" charset="-122"/>
                <a:cs typeface="Yu Gothic UI" pitchFamily="34" charset="-120"/>
              </a:rPr>
              <a:t>主役 </a:t>
            </a:r>
            <a:pPr algn="ctr" indent="0" marL="0">
              <a:buNone/>
            </a:pPr>
            <a:r>
              <a:rPr lang="en-US" sz="1400" b="1" dirty="0">
                <a:solidFill>
                  <a:srgbClr val="64748B"/>
                </a:solidFill>
                <a:latin typeface="Yu Gothic UI" pitchFamily="34" charset="0"/>
                <a:ea typeface="Yu Gothic UI" pitchFamily="34" charset="-122"/>
                <a:cs typeface="Yu Gothic UI" pitchFamily="34" charset="-120"/>
              </a:rPr>
              <a:t>  △ </a:t>
            </a:r>
            <a:pPr algn="ctr" indent="0" marL="0">
              <a:buNone/>
            </a:pPr>
            <a:r>
              <a:rPr lang="en-US" sz="1100" dirty="0">
                <a:solidFill>
                  <a:srgbClr val="1F2937"/>
                </a:solidFill>
                <a:latin typeface="Yu Gothic UI" pitchFamily="34" charset="0"/>
                <a:ea typeface="Yu Gothic UI" pitchFamily="34" charset="-122"/>
                <a:cs typeface="Yu Gothic UI" pitchFamily="34" charset="-120"/>
              </a:rPr>
              <a:t>参考 </a:t>
            </a:r>
            <a:pPr algn="ctr" indent="0" marL="0">
              <a:buNone/>
            </a:pPr>
            <a:r>
              <a:rPr lang="en-US" sz="1400" b="1" dirty="0">
                <a:solidFill>
                  <a:srgbClr val="D97706"/>
                </a:solidFill>
                <a:latin typeface="Yu Gothic UI" pitchFamily="34" charset="0"/>
                <a:ea typeface="Yu Gothic UI" pitchFamily="34" charset="-122"/>
                <a:cs typeface="Yu Gothic UI" pitchFamily="34" charset="-120"/>
              </a:rPr>
              <a:t>  ✗ </a:t>
            </a:r>
            <a:pPr algn="ctr" indent="0" marL="0">
              <a:buNone/>
            </a:pPr>
            <a:r>
              <a:rPr lang="en-US" sz="1100" dirty="0">
                <a:solidFill>
                  <a:srgbClr val="1F2937"/>
                </a:solidFill>
                <a:latin typeface="Yu Gothic UI" pitchFamily="34" charset="0"/>
                <a:ea typeface="Yu Gothic UI" pitchFamily="34" charset="-122"/>
                <a:cs typeface="Yu Gothic UI" pitchFamily="34" charset="-120"/>
              </a:rPr>
              <a:t>未対応</a:t>
            </a:r>
            <a:endParaRPr lang="en-US" sz="1400" dirty="0"/>
          </a:p>
        </p:txBody>
      </p:sp>
      <p:sp>
        <p:nvSpPr>
          <p:cNvPr id="46" name="Text 44"/>
          <p:cNvSpPr/>
          <p:nvPr/>
        </p:nvSpPr>
        <p:spPr>
          <a:xfrm>
            <a:off x="4754880" y="3108960"/>
            <a:ext cx="3794760" cy="457200"/>
          </a:xfrm>
          <a:prstGeom prst="rect">
            <a:avLst/>
          </a:prstGeom>
          <a:noFill/>
          <a:ln/>
        </p:spPr>
        <p:txBody>
          <a:bodyPr wrap="square" lIns="0" tIns="0" rIns="0" bIns="0" rtlCol="0" anchor="t"/>
          <a:lstStyle/>
          <a:p>
            <a:pPr indent="0" marL="0">
              <a:buNone/>
            </a:pPr>
            <a:r>
              <a:rPr lang="en-US" sz="850" b="1" spc="200" kern="0" dirty="0">
                <a:solidFill>
                  <a:srgbClr val="D97706"/>
                </a:solidFill>
                <a:latin typeface="Yu Gothic UI" pitchFamily="34" charset="0"/>
                <a:ea typeface="Yu Gothic UI" pitchFamily="34" charset="-122"/>
                <a:cs typeface="Yu Gothic UI" pitchFamily="34" charset="-120"/>
              </a:rPr>
              <a:t>使い所  </a:t>
            </a:r>
            <a:pPr indent="0" marL="0">
              <a:buNone/>
            </a:pPr>
            <a:r>
              <a:rPr lang="en-US" sz="900" dirty="0">
                <a:solidFill>
                  <a:srgbClr val="1F2937"/>
                </a:solidFill>
                <a:latin typeface="Yu Gothic UI" pitchFamily="34" charset="0"/>
                <a:ea typeface="Yu Gothic UI" pitchFamily="34" charset="-122"/>
                <a:cs typeface="Yu Gothic UI" pitchFamily="34" charset="-120"/>
              </a:rPr>
              <a:t>✓ 成立 / △ 部分的 / ✗ 未達 を行頭に。テーブルや観察リストで判定を一目で。</a:t>
            </a:r>
            <a:endParaRPr lang="en-US" sz="850" dirty="0"/>
          </a:p>
        </p:txBody>
      </p:sp>
      <p:sp>
        <p:nvSpPr>
          <p:cNvPr id="47" name="Shape 45"/>
          <p:cNvSpPr/>
          <p:nvPr/>
        </p:nvSpPr>
        <p:spPr>
          <a:xfrm>
            <a:off x="457200" y="3657600"/>
            <a:ext cx="4069080" cy="1188720"/>
          </a:xfrm>
          <a:prstGeom prst="rect">
            <a:avLst/>
          </a:prstGeom>
          <a:solidFill>
            <a:srgbClr val="FFFFFF"/>
          </a:solidFill>
          <a:ln w="9525">
            <a:solidFill>
              <a:srgbClr val="E2E8F0"/>
            </a:solidFill>
            <a:prstDash val="solid"/>
          </a:ln>
        </p:spPr>
      </p:sp>
      <p:sp>
        <p:nvSpPr>
          <p:cNvPr id="48" name="Shape 46"/>
          <p:cNvSpPr/>
          <p:nvPr/>
        </p:nvSpPr>
        <p:spPr>
          <a:xfrm>
            <a:off x="457200" y="3657600"/>
            <a:ext cx="4069080" cy="274320"/>
          </a:xfrm>
          <a:prstGeom prst="rect">
            <a:avLst/>
          </a:prstGeom>
          <a:solidFill>
            <a:srgbClr val="F8FAFC"/>
          </a:solidFill>
          <a:ln w="12700">
            <a:solidFill>
              <a:srgbClr val="E2E8F0"/>
            </a:solidFill>
            <a:prstDash val="solid"/>
          </a:ln>
        </p:spPr>
      </p:sp>
      <p:sp>
        <p:nvSpPr>
          <p:cNvPr id="49" name="Text 47"/>
          <p:cNvSpPr/>
          <p:nvPr/>
        </p:nvSpPr>
        <p:spPr>
          <a:xfrm>
            <a:off x="594360" y="3657600"/>
            <a:ext cx="3794760" cy="274320"/>
          </a:xfrm>
          <a:prstGeom prst="rect">
            <a:avLst/>
          </a:prstGeom>
          <a:noFill/>
          <a:ln/>
        </p:spPr>
        <p:txBody>
          <a:bodyPr wrap="square" lIns="0" tIns="0" rIns="0" bIns="0" rtlCol="0" anchor="ctr"/>
          <a:lstStyle/>
          <a:p>
            <a:pPr algn="l" indent="0" marL="0">
              <a:buNone/>
            </a:pPr>
            <a:r>
              <a:rPr lang="en-US" sz="1000" b="1" dirty="0">
                <a:solidFill>
                  <a:srgbClr val="0F1B3D"/>
                </a:solidFill>
                <a:latin typeface="Yu Gothic UI" pitchFamily="34" charset="0"/>
                <a:ea typeface="Yu Gothic UI" pitchFamily="34" charset="-122"/>
                <a:cs typeface="Yu Gothic UI" pitchFamily="34" charset="-120"/>
              </a:rPr>
              <a:t>テキスト内ハイライト</a:t>
            </a:r>
            <a:endParaRPr lang="en-US" sz="1000" dirty="0"/>
          </a:p>
        </p:txBody>
      </p:sp>
      <p:sp>
        <p:nvSpPr>
          <p:cNvPr id="50" name="Shape 48"/>
          <p:cNvSpPr/>
          <p:nvPr/>
        </p:nvSpPr>
        <p:spPr>
          <a:xfrm>
            <a:off x="457200" y="4334256"/>
            <a:ext cx="4069080" cy="4572"/>
          </a:xfrm>
          <a:prstGeom prst="rect">
            <a:avLst/>
          </a:prstGeom>
          <a:solidFill>
            <a:srgbClr val="E2E8F0"/>
          </a:solidFill>
          <a:ln w="12700">
            <a:solidFill>
              <a:srgbClr val="E2E8F0"/>
            </a:solidFill>
            <a:prstDash val="solid"/>
          </a:ln>
        </p:spPr>
      </p:sp>
      <p:sp>
        <p:nvSpPr>
          <p:cNvPr id="51" name="Shape 49"/>
          <p:cNvSpPr/>
          <p:nvPr/>
        </p:nvSpPr>
        <p:spPr>
          <a:xfrm>
            <a:off x="594360" y="3977640"/>
            <a:ext cx="3794760" cy="320040"/>
          </a:xfrm>
          <a:prstGeom prst="rect">
            <a:avLst/>
          </a:prstGeom>
          <a:solidFill>
            <a:srgbClr val="F8FAFC"/>
          </a:solidFill>
          <a:ln w="6350">
            <a:solidFill>
              <a:srgbClr val="E2E8F0"/>
            </a:solidFill>
            <a:prstDash val="solid"/>
          </a:ln>
        </p:spPr>
      </p:sp>
      <p:sp>
        <p:nvSpPr>
          <p:cNvPr id="52" name="Text 50"/>
          <p:cNvSpPr/>
          <p:nvPr/>
        </p:nvSpPr>
        <p:spPr>
          <a:xfrm>
            <a:off x="685800" y="3977640"/>
            <a:ext cx="3611880" cy="320040"/>
          </a:xfrm>
          <a:prstGeom prst="rect">
            <a:avLst/>
          </a:prstGeom>
          <a:noFill/>
          <a:ln/>
        </p:spPr>
        <p:txBody>
          <a:bodyPr wrap="square" lIns="0" tIns="0" rIns="0" bIns="0" rtlCol="0" anchor="ctr"/>
          <a:lstStyle/>
          <a:p>
            <a:pPr indent="0" marL="0">
              <a:buNone/>
            </a:pPr>
            <a:r>
              <a:rPr lang="en-US" sz="1000" dirty="0">
                <a:solidFill>
                  <a:srgbClr val="1F2937"/>
                </a:solidFill>
                <a:latin typeface="Yu Gothic UI" pitchFamily="34" charset="0"/>
                <a:ea typeface="Yu Gothic UI" pitchFamily="34" charset="-122"/>
                <a:cs typeface="Yu Gothic UI" pitchFamily="34" charset="-120"/>
              </a:rPr>
              <a:t>軸の方向情報を捨てる代わりに、</a:t>
            </a:r>
            <a:pPr indent="0" marL="0">
              <a:buNone/>
            </a:pPr>
            <a:r>
              <a:rPr lang="en-US" sz="1000" b="1" dirty="0">
                <a:solidFill>
                  <a:srgbClr val="0F1B3D"/>
                </a:solidFill>
                <a:latin typeface="Yu Gothic UI" pitchFamily="34" charset="0"/>
                <a:ea typeface="Yu Gothic UI" pitchFamily="34" charset="-122"/>
                <a:cs typeface="Yu Gothic UI" pitchFamily="34" charset="-120"/>
              </a:rPr>
              <a:t>「動きの強さ」だけを単一指標で表現できる</a:t>
            </a:r>
            <a:pPr indent="0" marL="0">
              <a:buNone/>
            </a:pPr>
            <a:r>
              <a:rPr lang="en-US" sz="1000" dirty="0">
                <a:solidFill>
                  <a:srgbClr val="1F2937"/>
                </a:solidFill>
                <a:latin typeface="Yu Gothic UI" pitchFamily="34" charset="0"/>
                <a:ea typeface="Yu Gothic UI" pitchFamily="34" charset="-122"/>
                <a:cs typeface="Yu Gothic UI" pitchFamily="34" charset="-120"/>
              </a:rPr>
              <a:t> — これが出発点。</a:t>
            </a:r>
            <a:endParaRPr lang="en-US" sz="1000" dirty="0"/>
          </a:p>
        </p:txBody>
      </p:sp>
      <p:sp>
        <p:nvSpPr>
          <p:cNvPr id="53" name="Text 51"/>
          <p:cNvSpPr/>
          <p:nvPr/>
        </p:nvSpPr>
        <p:spPr>
          <a:xfrm>
            <a:off x="594360" y="4343400"/>
            <a:ext cx="3794760" cy="457200"/>
          </a:xfrm>
          <a:prstGeom prst="rect">
            <a:avLst/>
          </a:prstGeom>
          <a:noFill/>
          <a:ln/>
        </p:spPr>
        <p:txBody>
          <a:bodyPr wrap="square" lIns="0" tIns="0" rIns="0" bIns="0" rtlCol="0" anchor="t"/>
          <a:lstStyle/>
          <a:p>
            <a:pPr indent="0" marL="0">
              <a:buNone/>
            </a:pPr>
            <a:r>
              <a:rPr lang="en-US" sz="850" b="1" spc="200" kern="0" dirty="0">
                <a:solidFill>
                  <a:srgbClr val="D97706"/>
                </a:solidFill>
                <a:latin typeface="Yu Gothic UI" pitchFamily="34" charset="0"/>
                <a:ea typeface="Yu Gothic UI" pitchFamily="34" charset="-122"/>
                <a:cs typeface="Yu Gothic UI" pitchFamily="34" charset="-120"/>
              </a:rPr>
              <a:t>使い所  </a:t>
            </a:r>
            <a:pPr indent="0" marL="0">
              <a:buNone/>
            </a:pPr>
            <a:r>
              <a:rPr lang="en-US" sz="900" dirty="0">
                <a:solidFill>
                  <a:srgbClr val="1F2937"/>
                </a:solidFill>
                <a:latin typeface="Yu Gothic UI" pitchFamily="34" charset="0"/>
                <a:ea typeface="Yu Gothic UI" pitchFamily="34" charset="-122"/>
                <a:cs typeface="Yu Gothic UI" pitchFamily="34" charset="-120"/>
              </a:rPr>
              <a:t>本文の中で1単語だけnavy+boldにして注目させる。色は最大2色まで(amber: 警告、navy: 強調)。</a:t>
            </a:r>
            <a:endParaRPr lang="en-US" sz="850" dirty="0"/>
          </a:p>
        </p:txBody>
      </p:sp>
      <p:sp>
        <p:nvSpPr>
          <p:cNvPr id="54" name="Shape 52"/>
          <p:cNvSpPr/>
          <p:nvPr/>
        </p:nvSpPr>
        <p:spPr>
          <a:xfrm>
            <a:off x="4617720" y="3657600"/>
            <a:ext cx="4069080" cy="1188720"/>
          </a:xfrm>
          <a:prstGeom prst="rect">
            <a:avLst/>
          </a:prstGeom>
          <a:solidFill>
            <a:srgbClr val="FFFFFF"/>
          </a:solidFill>
          <a:ln w="9525">
            <a:solidFill>
              <a:srgbClr val="E2E8F0"/>
            </a:solidFill>
            <a:prstDash val="solid"/>
          </a:ln>
        </p:spPr>
      </p:sp>
      <p:sp>
        <p:nvSpPr>
          <p:cNvPr id="55" name="Shape 53"/>
          <p:cNvSpPr/>
          <p:nvPr/>
        </p:nvSpPr>
        <p:spPr>
          <a:xfrm>
            <a:off x="4617720" y="3657600"/>
            <a:ext cx="4069080" cy="274320"/>
          </a:xfrm>
          <a:prstGeom prst="rect">
            <a:avLst/>
          </a:prstGeom>
          <a:solidFill>
            <a:srgbClr val="F8FAFC"/>
          </a:solidFill>
          <a:ln w="12700">
            <a:solidFill>
              <a:srgbClr val="E2E8F0"/>
            </a:solidFill>
            <a:prstDash val="solid"/>
          </a:ln>
        </p:spPr>
      </p:sp>
      <p:sp>
        <p:nvSpPr>
          <p:cNvPr id="56" name="Text 54"/>
          <p:cNvSpPr/>
          <p:nvPr/>
        </p:nvSpPr>
        <p:spPr>
          <a:xfrm>
            <a:off x="4754880" y="3657600"/>
            <a:ext cx="3794760" cy="274320"/>
          </a:xfrm>
          <a:prstGeom prst="rect">
            <a:avLst/>
          </a:prstGeom>
          <a:noFill/>
          <a:ln/>
        </p:spPr>
        <p:txBody>
          <a:bodyPr wrap="square" lIns="0" tIns="0" rIns="0" bIns="0" rtlCol="0" anchor="ctr"/>
          <a:lstStyle/>
          <a:p>
            <a:pPr algn="l" indent="0" marL="0">
              <a:buNone/>
            </a:pPr>
            <a:r>
              <a:rPr lang="en-US" sz="1000" b="1" dirty="0">
                <a:solidFill>
                  <a:srgbClr val="0F1B3D"/>
                </a:solidFill>
                <a:latin typeface="Yu Gothic UI" pitchFamily="34" charset="0"/>
                <a:ea typeface="Yu Gothic UI" pitchFamily="34" charset="-122"/>
                <a:cs typeface="Yu Gothic UI" pitchFamily="34" charset="-120"/>
              </a:rPr>
              <a:t>三角矢印(フローのコネクタ)</a:t>
            </a:r>
            <a:endParaRPr lang="en-US" sz="1000" dirty="0"/>
          </a:p>
        </p:txBody>
      </p:sp>
      <p:sp>
        <p:nvSpPr>
          <p:cNvPr id="57" name="Shape 55"/>
          <p:cNvSpPr/>
          <p:nvPr/>
        </p:nvSpPr>
        <p:spPr>
          <a:xfrm>
            <a:off x="4617720" y="4334256"/>
            <a:ext cx="4069080" cy="4572"/>
          </a:xfrm>
          <a:prstGeom prst="rect">
            <a:avLst/>
          </a:prstGeom>
          <a:solidFill>
            <a:srgbClr val="E2E8F0"/>
          </a:solidFill>
          <a:ln w="12700">
            <a:solidFill>
              <a:srgbClr val="E2E8F0"/>
            </a:solidFill>
            <a:prstDash val="solid"/>
          </a:ln>
        </p:spPr>
      </p:sp>
      <p:sp>
        <p:nvSpPr>
          <p:cNvPr id="58" name="Shape 56"/>
          <p:cNvSpPr/>
          <p:nvPr/>
        </p:nvSpPr>
        <p:spPr>
          <a:xfrm>
            <a:off x="4754880" y="3977640"/>
            <a:ext cx="3794760" cy="320040"/>
          </a:xfrm>
          <a:prstGeom prst="rect">
            <a:avLst/>
          </a:prstGeom>
          <a:solidFill>
            <a:srgbClr val="F8FAFC"/>
          </a:solidFill>
          <a:ln w="6350">
            <a:solidFill>
              <a:srgbClr val="E2E8F0"/>
            </a:solidFill>
            <a:prstDash val="solid"/>
          </a:ln>
        </p:spPr>
      </p:sp>
      <p:sp>
        <p:nvSpPr>
          <p:cNvPr id="59" name="Shape 57"/>
          <p:cNvSpPr/>
          <p:nvPr/>
        </p:nvSpPr>
        <p:spPr>
          <a:xfrm>
            <a:off x="5545836" y="4000500"/>
            <a:ext cx="914400" cy="274320"/>
          </a:xfrm>
          <a:prstGeom prst="rect">
            <a:avLst/>
          </a:prstGeom>
          <a:solidFill>
            <a:srgbClr val="FFFFFF"/>
          </a:solidFill>
          <a:ln w="6350">
            <a:solidFill>
              <a:srgbClr val="E2E8F0"/>
            </a:solidFill>
            <a:prstDash val="solid"/>
          </a:ln>
        </p:spPr>
      </p:sp>
      <p:sp>
        <p:nvSpPr>
          <p:cNvPr id="60" name="Text 58"/>
          <p:cNvSpPr/>
          <p:nvPr/>
        </p:nvSpPr>
        <p:spPr>
          <a:xfrm>
            <a:off x="5545836" y="4000500"/>
            <a:ext cx="914400" cy="274320"/>
          </a:xfrm>
          <a:prstGeom prst="rect">
            <a:avLst/>
          </a:prstGeom>
          <a:noFill/>
          <a:ln/>
        </p:spPr>
        <p:txBody>
          <a:bodyPr wrap="square" lIns="0" tIns="0" rIns="0" bIns="0" rtlCol="0" anchor="ctr"/>
          <a:lstStyle/>
          <a:p>
            <a:pPr algn="ctr" indent="0" marL="0">
              <a:buNone/>
            </a:pPr>
            <a:r>
              <a:rPr lang="en-US" sz="900" b="1" dirty="0">
                <a:solidFill>
                  <a:srgbClr val="0F1B3D"/>
                </a:solidFill>
                <a:latin typeface="Yu Gothic UI" pitchFamily="34" charset="0"/>
                <a:ea typeface="Yu Gothic UI" pitchFamily="34" charset="-122"/>
                <a:cs typeface="Yu Gothic UI" pitchFamily="34" charset="-120"/>
              </a:rPr>
              <a:t>Step 1</a:t>
            </a:r>
            <a:endParaRPr lang="en-US" sz="900" dirty="0"/>
          </a:p>
        </p:txBody>
      </p:sp>
      <p:sp>
        <p:nvSpPr>
          <p:cNvPr id="61" name="Shape 59"/>
          <p:cNvSpPr/>
          <p:nvPr/>
        </p:nvSpPr>
        <p:spPr>
          <a:xfrm rot="5400000">
            <a:off x="6505956" y="3973068"/>
            <a:ext cx="292608" cy="329184"/>
          </a:xfrm>
          <a:prstGeom prst="rtTriangle">
            <a:avLst/>
          </a:prstGeom>
          <a:solidFill>
            <a:srgbClr val="1C7293"/>
          </a:solidFill>
          <a:ln w="12700">
            <a:solidFill>
              <a:srgbClr val="1C7293"/>
            </a:solidFill>
            <a:prstDash val="solid"/>
          </a:ln>
        </p:spPr>
      </p:sp>
      <p:sp>
        <p:nvSpPr>
          <p:cNvPr id="62" name="Shape 60"/>
          <p:cNvSpPr/>
          <p:nvPr/>
        </p:nvSpPr>
        <p:spPr>
          <a:xfrm>
            <a:off x="6844284" y="4000500"/>
            <a:ext cx="914400" cy="274320"/>
          </a:xfrm>
          <a:prstGeom prst="rect">
            <a:avLst/>
          </a:prstGeom>
          <a:solidFill>
            <a:srgbClr val="FFFFFF"/>
          </a:solidFill>
          <a:ln w="6350">
            <a:solidFill>
              <a:srgbClr val="E2E8F0"/>
            </a:solidFill>
            <a:prstDash val="solid"/>
          </a:ln>
        </p:spPr>
      </p:sp>
      <p:sp>
        <p:nvSpPr>
          <p:cNvPr id="63" name="Text 61"/>
          <p:cNvSpPr/>
          <p:nvPr/>
        </p:nvSpPr>
        <p:spPr>
          <a:xfrm>
            <a:off x="6844284" y="4000500"/>
            <a:ext cx="914400" cy="274320"/>
          </a:xfrm>
          <a:prstGeom prst="rect">
            <a:avLst/>
          </a:prstGeom>
          <a:noFill/>
          <a:ln/>
        </p:spPr>
        <p:txBody>
          <a:bodyPr wrap="square" lIns="0" tIns="0" rIns="0" bIns="0" rtlCol="0" anchor="ctr"/>
          <a:lstStyle/>
          <a:p>
            <a:pPr algn="ctr" indent="0" marL="0">
              <a:buNone/>
            </a:pPr>
            <a:r>
              <a:rPr lang="en-US" sz="900" b="1" dirty="0">
                <a:solidFill>
                  <a:srgbClr val="0F1B3D"/>
                </a:solidFill>
                <a:latin typeface="Yu Gothic UI" pitchFamily="34" charset="0"/>
                <a:ea typeface="Yu Gothic UI" pitchFamily="34" charset="-122"/>
                <a:cs typeface="Yu Gothic UI" pitchFamily="34" charset="-120"/>
              </a:rPr>
              <a:t>Step 2</a:t>
            </a:r>
            <a:endParaRPr lang="en-US" sz="900" dirty="0"/>
          </a:p>
        </p:txBody>
      </p:sp>
      <p:sp>
        <p:nvSpPr>
          <p:cNvPr id="64" name="Text 62"/>
          <p:cNvSpPr/>
          <p:nvPr/>
        </p:nvSpPr>
        <p:spPr>
          <a:xfrm>
            <a:off x="4754880" y="4343400"/>
            <a:ext cx="3794760" cy="457200"/>
          </a:xfrm>
          <a:prstGeom prst="rect">
            <a:avLst/>
          </a:prstGeom>
          <a:noFill/>
          <a:ln/>
        </p:spPr>
        <p:txBody>
          <a:bodyPr wrap="square" lIns="0" tIns="0" rIns="0" bIns="0" rtlCol="0" anchor="t"/>
          <a:lstStyle/>
          <a:p>
            <a:pPr indent="0" marL="0">
              <a:buNone/>
            </a:pPr>
            <a:r>
              <a:rPr lang="en-US" sz="850" b="1" spc="200" kern="0" dirty="0">
                <a:solidFill>
                  <a:srgbClr val="D97706"/>
                </a:solidFill>
                <a:latin typeface="Yu Gothic UI" pitchFamily="34" charset="0"/>
                <a:ea typeface="Yu Gothic UI" pitchFamily="34" charset="-122"/>
                <a:cs typeface="Yu Gothic UI" pitchFamily="34" charset="-120"/>
              </a:rPr>
              <a:t>使い所  </a:t>
            </a:r>
            <a:pPr indent="0" marL="0">
              <a:buNone/>
            </a:pPr>
            <a:r>
              <a:rPr lang="en-US" sz="900" dirty="0">
                <a:solidFill>
                  <a:srgbClr val="1F2937"/>
                </a:solidFill>
                <a:latin typeface="Yu Gothic UI" pitchFamily="34" charset="0"/>
                <a:ea typeface="Yu Gothic UI" pitchFamily="34" charset="-122"/>
                <a:cs typeface="Yu Gothic UI" pitchFamily="34" charset="-120"/>
              </a:rPr>
              <a:t>ステップ間の遷移をシンプルに示す。RIGHT_TRIANGLE をrotate=90で右向きに。</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0F1B3D"/>
          </a:solidFill>
          <a:ln w="12700">
            <a:solidFill>
              <a:srgbClr val="0F1B3D"/>
            </a:solidFill>
            <a:prstDash val="solid"/>
          </a:ln>
        </p:spPr>
      </p:sp>
      <p:sp>
        <p:nvSpPr>
          <p:cNvPr id="3" name="Text 1"/>
          <p:cNvSpPr/>
          <p:nvPr/>
        </p:nvSpPr>
        <p:spPr>
          <a:xfrm>
            <a:off x="365760" y="0"/>
            <a:ext cx="3657600" cy="384048"/>
          </a:xfrm>
          <a:prstGeom prst="rect">
            <a:avLst/>
          </a:prstGeom>
          <a:noFill/>
          <a:ln/>
        </p:spPr>
        <p:txBody>
          <a:bodyPr wrap="square" lIns="0" tIns="0" rIns="0" bIns="0" rtlCol="0" anchor="ctr"/>
          <a:lstStyle/>
          <a:p>
            <a:pPr algn="l" indent="0" marL="0">
              <a:buNone/>
            </a:pPr>
            <a:r>
              <a:rPr lang="en-US" sz="900" b="1" spc="400" kern="0" dirty="0">
                <a:solidFill>
                  <a:srgbClr val="FFFFFF"/>
                </a:solidFill>
                <a:latin typeface="Yu Gothic UI" pitchFamily="34" charset="0"/>
                <a:ea typeface="Yu Gothic UI" pitchFamily="34" charset="-122"/>
                <a:cs typeface="Yu Gothic UI" pitchFamily="34" charset="-120"/>
              </a:rPr>
              <a:t>COMPONENT CATALOG</a:t>
            </a:r>
            <a:endParaRPr lang="en-US" sz="900" dirty="0"/>
          </a:p>
        </p:txBody>
      </p:sp>
      <p:sp>
        <p:nvSpPr>
          <p:cNvPr id="4" name="Text 2"/>
          <p:cNvSpPr/>
          <p:nvPr/>
        </p:nvSpPr>
        <p:spPr>
          <a:xfrm>
            <a:off x="8229600" y="0"/>
            <a:ext cx="777240" cy="384048"/>
          </a:xfrm>
          <a:prstGeom prst="rect">
            <a:avLst/>
          </a:prstGeom>
          <a:noFill/>
          <a:ln/>
        </p:spPr>
        <p:txBody>
          <a:bodyPr wrap="square" lIns="0" tIns="0" rIns="0" bIns="0" rtlCol="0" anchor="ctr"/>
          <a:lstStyle/>
          <a:p>
            <a:pPr algn="r" indent="0" marL="0">
              <a:buNone/>
            </a:pPr>
            <a:r>
              <a:rPr lang="en-US" sz="900" dirty="0">
                <a:solidFill>
                  <a:srgbClr val="9CA3AF"/>
                </a:solidFill>
                <a:latin typeface="Yu Gothic UI" pitchFamily="34" charset="0"/>
                <a:ea typeface="Yu Gothic UI" pitchFamily="34" charset="-122"/>
                <a:cs typeface="Yu Gothic UI" pitchFamily="34" charset="-120"/>
              </a:rPr>
              <a:t>5 / 6</a:t>
            </a:r>
            <a:endParaRPr lang="en-US" sz="9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algn="l" indent="0" marL="0">
              <a:buNone/>
            </a:pPr>
            <a:r>
              <a:rPr lang="en-US" sz="2200" b="1" dirty="0">
                <a:solidFill>
                  <a:srgbClr val="0F1B3D"/>
                </a:solidFill>
                <a:latin typeface="Yu Gothic UI" pitchFamily="34" charset="0"/>
                <a:ea typeface="Yu Gothic UI" pitchFamily="34" charset="-122"/>
                <a:cs typeface="Yu Gothic UI" pitchFamily="34" charset="-120"/>
              </a:rPr>
              <a:t>4.  レイアウト</a:t>
            </a:r>
            <a:endParaRPr lang="en-US" sz="2200" dirty="0"/>
          </a:p>
        </p:txBody>
      </p:sp>
      <p:sp>
        <p:nvSpPr>
          <p:cNvPr id="6" name="Shape 4"/>
          <p:cNvSpPr/>
          <p:nvPr/>
        </p:nvSpPr>
        <p:spPr>
          <a:xfrm>
            <a:off x="457200" y="1033272"/>
            <a:ext cx="8229600" cy="22860"/>
          </a:xfrm>
          <a:prstGeom prst="rect">
            <a:avLst/>
          </a:prstGeom>
          <a:solidFill>
            <a:srgbClr val="E2E8F0"/>
          </a:solidFill>
          <a:ln w="12700">
            <a:solidFill>
              <a:srgbClr val="E2E8F0"/>
            </a:solidFill>
            <a:prstDash val="solid"/>
          </a:ln>
        </p:spPr>
      </p:sp>
      <p:sp>
        <p:nvSpPr>
          <p:cNvPr id="7" name="Shape 5"/>
          <p:cNvSpPr/>
          <p:nvPr/>
        </p:nvSpPr>
        <p:spPr>
          <a:xfrm>
            <a:off x="457200" y="1188720"/>
            <a:ext cx="4069080" cy="1691640"/>
          </a:xfrm>
          <a:prstGeom prst="rect">
            <a:avLst/>
          </a:prstGeom>
          <a:solidFill>
            <a:srgbClr val="FFFFFF"/>
          </a:solidFill>
          <a:ln w="9525">
            <a:solidFill>
              <a:srgbClr val="E2E8F0"/>
            </a:solidFill>
            <a:prstDash val="solid"/>
          </a:ln>
        </p:spPr>
      </p:sp>
      <p:sp>
        <p:nvSpPr>
          <p:cNvPr id="8" name="Shape 6"/>
          <p:cNvSpPr/>
          <p:nvPr/>
        </p:nvSpPr>
        <p:spPr>
          <a:xfrm>
            <a:off x="457200" y="1188720"/>
            <a:ext cx="4069080" cy="274320"/>
          </a:xfrm>
          <a:prstGeom prst="rect">
            <a:avLst/>
          </a:prstGeom>
          <a:solidFill>
            <a:srgbClr val="F8FAFC"/>
          </a:solidFill>
          <a:ln w="12700">
            <a:solidFill>
              <a:srgbClr val="E2E8F0"/>
            </a:solidFill>
            <a:prstDash val="solid"/>
          </a:ln>
        </p:spPr>
      </p:sp>
      <p:sp>
        <p:nvSpPr>
          <p:cNvPr id="9" name="Text 7"/>
          <p:cNvSpPr/>
          <p:nvPr/>
        </p:nvSpPr>
        <p:spPr>
          <a:xfrm>
            <a:off x="594360" y="1188720"/>
            <a:ext cx="3794760" cy="274320"/>
          </a:xfrm>
          <a:prstGeom prst="rect">
            <a:avLst/>
          </a:prstGeom>
          <a:noFill/>
          <a:ln/>
        </p:spPr>
        <p:txBody>
          <a:bodyPr wrap="square" lIns="0" tIns="0" rIns="0" bIns="0" rtlCol="0" anchor="ctr"/>
          <a:lstStyle/>
          <a:p>
            <a:pPr algn="l" indent="0" marL="0">
              <a:buNone/>
            </a:pPr>
            <a:r>
              <a:rPr lang="en-US" sz="1000" b="1" dirty="0">
                <a:solidFill>
                  <a:srgbClr val="0F1B3D"/>
                </a:solidFill>
                <a:latin typeface="Yu Gothic UI" pitchFamily="34" charset="0"/>
                <a:ea typeface="Yu Gothic UI" pitchFamily="34" charset="-122"/>
                <a:cs typeface="Yu Gothic UI" pitchFamily="34" charset="-120"/>
              </a:rPr>
              <a:t>2カラム比較</a:t>
            </a:r>
            <a:endParaRPr lang="en-US" sz="1000" dirty="0"/>
          </a:p>
        </p:txBody>
      </p:sp>
      <p:sp>
        <p:nvSpPr>
          <p:cNvPr id="10" name="Shape 8"/>
          <p:cNvSpPr/>
          <p:nvPr/>
        </p:nvSpPr>
        <p:spPr>
          <a:xfrm>
            <a:off x="457200" y="2368296"/>
            <a:ext cx="4069080" cy="4572"/>
          </a:xfrm>
          <a:prstGeom prst="rect">
            <a:avLst/>
          </a:prstGeom>
          <a:solidFill>
            <a:srgbClr val="E2E8F0"/>
          </a:solidFill>
          <a:ln w="12700">
            <a:solidFill>
              <a:srgbClr val="E2E8F0"/>
            </a:solidFill>
            <a:prstDash val="solid"/>
          </a:ln>
        </p:spPr>
      </p:sp>
      <p:sp>
        <p:nvSpPr>
          <p:cNvPr id="11" name="Shape 9"/>
          <p:cNvSpPr/>
          <p:nvPr/>
        </p:nvSpPr>
        <p:spPr>
          <a:xfrm>
            <a:off x="594360" y="1508760"/>
            <a:ext cx="3794760" cy="822960"/>
          </a:xfrm>
          <a:prstGeom prst="rect">
            <a:avLst/>
          </a:prstGeom>
          <a:solidFill>
            <a:srgbClr val="F8FAFC"/>
          </a:solidFill>
          <a:ln w="6350">
            <a:solidFill>
              <a:srgbClr val="E2E8F0"/>
            </a:solidFill>
            <a:prstDash val="solid"/>
          </a:ln>
        </p:spPr>
      </p:sp>
      <p:sp>
        <p:nvSpPr>
          <p:cNvPr id="12" name="Shape 10"/>
          <p:cNvSpPr/>
          <p:nvPr/>
        </p:nvSpPr>
        <p:spPr>
          <a:xfrm>
            <a:off x="1051560" y="1645920"/>
            <a:ext cx="1371600" cy="548640"/>
          </a:xfrm>
          <a:prstGeom prst="rect">
            <a:avLst/>
          </a:prstGeom>
          <a:solidFill>
            <a:srgbClr val="FFFFFF"/>
          </a:solidFill>
          <a:ln w="9525">
            <a:solidFill>
              <a:srgbClr val="E2E8F0"/>
            </a:solidFill>
            <a:prstDash val="solid"/>
          </a:ln>
        </p:spPr>
      </p:sp>
      <p:sp>
        <p:nvSpPr>
          <p:cNvPr id="13" name="Shape 11"/>
          <p:cNvSpPr/>
          <p:nvPr/>
        </p:nvSpPr>
        <p:spPr>
          <a:xfrm>
            <a:off x="1051560" y="1645920"/>
            <a:ext cx="1371600" cy="274320"/>
          </a:xfrm>
          <a:prstGeom prst="rect">
            <a:avLst/>
          </a:prstGeom>
          <a:solidFill>
            <a:srgbClr val="1C7293"/>
          </a:solidFill>
          <a:ln w="12700">
            <a:solidFill>
              <a:srgbClr val="1C7293"/>
            </a:solidFill>
            <a:prstDash val="solid"/>
          </a:ln>
        </p:spPr>
      </p:sp>
      <p:sp>
        <p:nvSpPr>
          <p:cNvPr id="14" name="Text 12"/>
          <p:cNvSpPr/>
          <p:nvPr/>
        </p:nvSpPr>
        <p:spPr>
          <a:xfrm>
            <a:off x="1143000" y="1645920"/>
            <a:ext cx="1188720" cy="274320"/>
          </a:xfrm>
          <a:prstGeom prst="rect">
            <a:avLst/>
          </a:prstGeom>
          <a:noFill/>
          <a:ln/>
        </p:spPr>
        <p:txBody>
          <a:bodyPr wrap="square" lIns="0" tIns="0" rIns="0" bIns="0" rtlCol="0" anchor="ctr"/>
          <a:lstStyle/>
          <a:p>
            <a:pPr algn="l" indent="0" marL="0">
              <a:buNone/>
            </a:pPr>
            <a:r>
              <a:rPr lang="en-US" sz="1000" b="1" dirty="0">
                <a:solidFill>
                  <a:srgbClr val="FFFFFF"/>
                </a:solidFill>
                <a:latin typeface="Yu Gothic UI" pitchFamily="34" charset="0"/>
                <a:ea typeface="Yu Gothic UI" pitchFamily="34" charset="-122"/>
                <a:cs typeface="Yu Gothic UI" pitchFamily="34" charset="-120"/>
              </a:rPr>
              <a:t>選ぶ側</a:t>
            </a:r>
            <a:endParaRPr lang="en-US" sz="1000" dirty="0"/>
          </a:p>
        </p:txBody>
      </p:sp>
      <p:sp>
        <p:nvSpPr>
          <p:cNvPr id="15" name="Shape 13"/>
          <p:cNvSpPr/>
          <p:nvPr/>
        </p:nvSpPr>
        <p:spPr>
          <a:xfrm>
            <a:off x="2560320" y="1645920"/>
            <a:ext cx="1371600" cy="548640"/>
          </a:xfrm>
          <a:prstGeom prst="rect">
            <a:avLst/>
          </a:prstGeom>
          <a:solidFill>
            <a:srgbClr val="FFFFFF"/>
          </a:solidFill>
          <a:ln w="9525">
            <a:solidFill>
              <a:srgbClr val="E2E8F0"/>
            </a:solidFill>
            <a:prstDash val="solid"/>
          </a:ln>
        </p:spPr>
      </p:sp>
      <p:sp>
        <p:nvSpPr>
          <p:cNvPr id="16" name="Shape 14"/>
          <p:cNvSpPr/>
          <p:nvPr/>
        </p:nvSpPr>
        <p:spPr>
          <a:xfrm>
            <a:off x="2560320" y="1645920"/>
            <a:ext cx="1371600" cy="274320"/>
          </a:xfrm>
          <a:prstGeom prst="rect">
            <a:avLst/>
          </a:prstGeom>
          <a:solidFill>
            <a:srgbClr val="64748B"/>
          </a:solidFill>
          <a:ln w="12700">
            <a:solidFill>
              <a:srgbClr val="64748B"/>
            </a:solidFill>
            <a:prstDash val="solid"/>
          </a:ln>
        </p:spPr>
      </p:sp>
      <p:sp>
        <p:nvSpPr>
          <p:cNvPr id="17" name="Text 15"/>
          <p:cNvSpPr/>
          <p:nvPr/>
        </p:nvSpPr>
        <p:spPr>
          <a:xfrm>
            <a:off x="2651760" y="1645920"/>
            <a:ext cx="1188720" cy="274320"/>
          </a:xfrm>
          <a:prstGeom prst="rect">
            <a:avLst/>
          </a:prstGeom>
          <a:noFill/>
          <a:ln/>
        </p:spPr>
        <p:txBody>
          <a:bodyPr wrap="square" lIns="0" tIns="0" rIns="0" bIns="0" rtlCol="0" anchor="ctr"/>
          <a:lstStyle/>
          <a:p>
            <a:pPr algn="l" indent="0" marL="0">
              <a:buNone/>
            </a:pPr>
            <a:r>
              <a:rPr lang="en-US" sz="1000" b="1" dirty="0">
                <a:solidFill>
                  <a:srgbClr val="FFFFFF"/>
                </a:solidFill>
                <a:latin typeface="Yu Gothic UI" pitchFamily="34" charset="0"/>
                <a:ea typeface="Yu Gothic UI" pitchFamily="34" charset="-122"/>
                <a:cs typeface="Yu Gothic UI" pitchFamily="34" charset="-120"/>
              </a:rPr>
              <a:t>比較対象</a:t>
            </a:r>
            <a:endParaRPr lang="en-US" sz="1000" dirty="0"/>
          </a:p>
        </p:txBody>
      </p:sp>
      <p:sp>
        <p:nvSpPr>
          <p:cNvPr id="18" name="Text 16"/>
          <p:cNvSpPr/>
          <p:nvPr/>
        </p:nvSpPr>
        <p:spPr>
          <a:xfrm>
            <a:off x="594360" y="2377440"/>
            <a:ext cx="3794760" cy="457200"/>
          </a:xfrm>
          <a:prstGeom prst="rect">
            <a:avLst/>
          </a:prstGeom>
          <a:noFill/>
          <a:ln/>
        </p:spPr>
        <p:txBody>
          <a:bodyPr wrap="square" lIns="0" tIns="0" rIns="0" bIns="0" rtlCol="0" anchor="t"/>
          <a:lstStyle/>
          <a:p>
            <a:pPr indent="0" marL="0">
              <a:buNone/>
            </a:pPr>
            <a:r>
              <a:rPr lang="en-US" sz="850" b="1" spc="200" kern="0" dirty="0">
                <a:solidFill>
                  <a:srgbClr val="D97706"/>
                </a:solidFill>
                <a:latin typeface="Yu Gothic UI" pitchFamily="34" charset="0"/>
                <a:ea typeface="Yu Gothic UI" pitchFamily="34" charset="-122"/>
                <a:cs typeface="Yu Gothic UI" pitchFamily="34" charset="-120"/>
              </a:rPr>
              <a:t>使い所  </a:t>
            </a:r>
            <a:pPr indent="0" marL="0">
              <a:buNone/>
            </a:pPr>
            <a:r>
              <a:rPr lang="en-US" sz="900" dirty="0">
                <a:solidFill>
                  <a:srgbClr val="1F2937"/>
                </a:solidFill>
                <a:latin typeface="Yu Gothic UI" pitchFamily="34" charset="0"/>
                <a:ea typeface="Yu Gothic UI" pitchFamily="34" charset="-122"/>
                <a:cs typeface="Yu Gothic UI" pitchFamily="34" charset="-120"/>
              </a:rPr>
              <a:t>「A vs B」「mean vs std」など対比に。同じ高さのカードを左右に並べ、色で意味分け。</a:t>
            </a:r>
            <a:endParaRPr lang="en-US" sz="850" dirty="0"/>
          </a:p>
        </p:txBody>
      </p:sp>
      <p:sp>
        <p:nvSpPr>
          <p:cNvPr id="19" name="Shape 17"/>
          <p:cNvSpPr/>
          <p:nvPr/>
        </p:nvSpPr>
        <p:spPr>
          <a:xfrm>
            <a:off x="4617720" y="1188720"/>
            <a:ext cx="4069080" cy="1691640"/>
          </a:xfrm>
          <a:prstGeom prst="rect">
            <a:avLst/>
          </a:prstGeom>
          <a:solidFill>
            <a:srgbClr val="FFFFFF"/>
          </a:solidFill>
          <a:ln w="9525">
            <a:solidFill>
              <a:srgbClr val="E2E8F0"/>
            </a:solidFill>
            <a:prstDash val="solid"/>
          </a:ln>
        </p:spPr>
      </p:sp>
      <p:sp>
        <p:nvSpPr>
          <p:cNvPr id="20" name="Shape 18"/>
          <p:cNvSpPr/>
          <p:nvPr/>
        </p:nvSpPr>
        <p:spPr>
          <a:xfrm>
            <a:off x="4617720" y="1188720"/>
            <a:ext cx="4069080" cy="274320"/>
          </a:xfrm>
          <a:prstGeom prst="rect">
            <a:avLst/>
          </a:prstGeom>
          <a:solidFill>
            <a:srgbClr val="F8FAFC"/>
          </a:solidFill>
          <a:ln w="12700">
            <a:solidFill>
              <a:srgbClr val="E2E8F0"/>
            </a:solidFill>
            <a:prstDash val="solid"/>
          </a:ln>
        </p:spPr>
      </p:sp>
      <p:sp>
        <p:nvSpPr>
          <p:cNvPr id="21" name="Text 19"/>
          <p:cNvSpPr/>
          <p:nvPr/>
        </p:nvSpPr>
        <p:spPr>
          <a:xfrm>
            <a:off x="4754880" y="1188720"/>
            <a:ext cx="3794760" cy="274320"/>
          </a:xfrm>
          <a:prstGeom prst="rect">
            <a:avLst/>
          </a:prstGeom>
          <a:noFill/>
          <a:ln/>
        </p:spPr>
        <p:txBody>
          <a:bodyPr wrap="square" lIns="0" tIns="0" rIns="0" bIns="0" rtlCol="0" anchor="ctr"/>
          <a:lstStyle/>
          <a:p>
            <a:pPr algn="l" indent="0" marL="0">
              <a:buNone/>
            </a:pPr>
            <a:r>
              <a:rPr lang="en-US" sz="1000" b="1" dirty="0">
                <a:solidFill>
                  <a:srgbClr val="0F1B3D"/>
                </a:solidFill>
                <a:latin typeface="Yu Gothic UI" pitchFamily="34" charset="0"/>
                <a:ea typeface="Yu Gothic UI" pitchFamily="34" charset="-122"/>
                <a:cs typeface="Yu Gothic UI" pitchFamily="34" charset="-120"/>
              </a:rPr>
              <a:t>3ステップフロー</a:t>
            </a:r>
            <a:endParaRPr lang="en-US" sz="1000" dirty="0"/>
          </a:p>
        </p:txBody>
      </p:sp>
      <p:sp>
        <p:nvSpPr>
          <p:cNvPr id="22" name="Shape 20"/>
          <p:cNvSpPr/>
          <p:nvPr/>
        </p:nvSpPr>
        <p:spPr>
          <a:xfrm>
            <a:off x="4617720" y="2368296"/>
            <a:ext cx="4069080" cy="4572"/>
          </a:xfrm>
          <a:prstGeom prst="rect">
            <a:avLst/>
          </a:prstGeom>
          <a:solidFill>
            <a:srgbClr val="E2E8F0"/>
          </a:solidFill>
          <a:ln w="12700">
            <a:solidFill>
              <a:srgbClr val="E2E8F0"/>
            </a:solidFill>
            <a:prstDash val="solid"/>
          </a:ln>
        </p:spPr>
      </p:sp>
      <p:sp>
        <p:nvSpPr>
          <p:cNvPr id="23" name="Shape 21"/>
          <p:cNvSpPr/>
          <p:nvPr/>
        </p:nvSpPr>
        <p:spPr>
          <a:xfrm>
            <a:off x="4754880" y="1508760"/>
            <a:ext cx="3794760" cy="822960"/>
          </a:xfrm>
          <a:prstGeom prst="rect">
            <a:avLst/>
          </a:prstGeom>
          <a:solidFill>
            <a:srgbClr val="F8FAFC"/>
          </a:solidFill>
          <a:ln w="6350">
            <a:solidFill>
              <a:srgbClr val="E2E8F0"/>
            </a:solidFill>
            <a:prstDash val="solid"/>
          </a:ln>
        </p:spPr>
      </p:sp>
      <p:sp>
        <p:nvSpPr>
          <p:cNvPr id="24" name="Shape 22"/>
          <p:cNvSpPr/>
          <p:nvPr/>
        </p:nvSpPr>
        <p:spPr>
          <a:xfrm>
            <a:off x="5010912" y="1645920"/>
            <a:ext cx="960120" cy="548640"/>
          </a:xfrm>
          <a:prstGeom prst="rect">
            <a:avLst/>
          </a:prstGeom>
          <a:solidFill>
            <a:srgbClr val="FFFFFF"/>
          </a:solidFill>
          <a:ln w="6350">
            <a:solidFill>
              <a:srgbClr val="E2E8F0"/>
            </a:solidFill>
            <a:prstDash val="solid"/>
          </a:ln>
        </p:spPr>
      </p:sp>
      <p:sp>
        <p:nvSpPr>
          <p:cNvPr id="25" name="Shape 23"/>
          <p:cNvSpPr/>
          <p:nvPr/>
        </p:nvSpPr>
        <p:spPr>
          <a:xfrm>
            <a:off x="5084064" y="1773936"/>
            <a:ext cx="292608" cy="292608"/>
          </a:xfrm>
          <a:prstGeom prst="ellipse">
            <a:avLst/>
          </a:prstGeom>
          <a:solidFill>
            <a:srgbClr val="065A82"/>
          </a:solidFill>
          <a:ln w="12700">
            <a:solidFill>
              <a:srgbClr val="065A82"/>
            </a:solidFill>
            <a:prstDash val="solid"/>
          </a:ln>
        </p:spPr>
      </p:sp>
      <p:sp>
        <p:nvSpPr>
          <p:cNvPr id="26" name="Text 24"/>
          <p:cNvSpPr/>
          <p:nvPr/>
        </p:nvSpPr>
        <p:spPr>
          <a:xfrm>
            <a:off x="5084064" y="177393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UI" pitchFamily="34" charset="0"/>
                <a:ea typeface="Yu Gothic UI" pitchFamily="34" charset="-122"/>
                <a:cs typeface="Yu Gothic UI" pitchFamily="34" charset="-120"/>
              </a:rPr>
              <a:t>1</a:t>
            </a:r>
            <a:endParaRPr lang="en-US" sz="1200" dirty="0"/>
          </a:p>
        </p:txBody>
      </p:sp>
      <p:sp>
        <p:nvSpPr>
          <p:cNvPr id="27" name="Text 25"/>
          <p:cNvSpPr/>
          <p:nvPr/>
        </p:nvSpPr>
        <p:spPr>
          <a:xfrm>
            <a:off x="5394960" y="1773936"/>
            <a:ext cx="548640" cy="292608"/>
          </a:xfrm>
          <a:prstGeom prst="rect">
            <a:avLst/>
          </a:prstGeom>
          <a:noFill/>
          <a:ln/>
        </p:spPr>
        <p:txBody>
          <a:bodyPr wrap="square" lIns="0" tIns="0" rIns="0" bIns="0" rtlCol="0" anchor="ctr"/>
          <a:lstStyle/>
          <a:p>
            <a:pPr algn="l" indent="0" marL="0">
              <a:buNone/>
            </a:pPr>
            <a:r>
              <a:rPr lang="en-US" sz="900" b="1" dirty="0">
                <a:solidFill>
                  <a:srgbClr val="0F1B3D"/>
                </a:solidFill>
                <a:latin typeface="Yu Gothic UI" pitchFamily="34" charset="0"/>
                <a:ea typeface="Yu Gothic UI" pitchFamily="34" charset="-122"/>
                <a:cs typeface="Yu Gothic UI" pitchFamily="34" charset="-120"/>
              </a:rPr>
              <a:t>Step 1</a:t>
            </a:r>
            <a:endParaRPr lang="en-US" sz="900" dirty="0"/>
          </a:p>
        </p:txBody>
      </p:sp>
      <p:sp>
        <p:nvSpPr>
          <p:cNvPr id="28" name="Shape 26"/>
          <p:cNvSpPr/>
          <p:nvPr/>
        </p:nvSpPr>
        <p:spPr>
          <a:xfrm rot="5400000">
            <a:off x="5980176" y="1783080"/>
            <a:ext cx="182880" cy="274320"/>
          </a:xfrm>
          <a:prstGeom prst="rtTriangle">
            <a:avLst/>
          </a:prstGeom>
          <a:solidFill>
            <a:srgbClr val="1C7293"/>
          </a:solidFill>
          <a:ln w="12700">
            <a:solidFill>
              <a:srgbClr val="1C7293"/>
            </a:solidFill>
            <a:prstDash val="solid"/>
          </a:ln>
        </p:spPr>
      </p:sp>
      <p:sp>
        <p:nvSpPr>
          <p:cNvPr id="29" name="Shape 27"/>
          <p:cNvSpPr/>
          <p:nvPr/>
        </p:nvSpPr>
        <p:spPr>
          <a:xfrm>
            <a:off x="6172200" y="1645920"/>
            <a:ext cx="960120" cy="548640"/>
          </a:xfrm>
          <a:prstGeom prst="rect">
            <a:avLst/>
          </a:prstGeom>
          <a:solidFill>
            <a:srgbClr val="FFFFFF"/>
          </a:solidFill>
          <a:ln w="6350">
            <a:solidFill>
              <a:srgbClr val="E2E8F0"/>
            </a:solidFill>
            <a:prstDash val="solid"/>
          </a:ln>
        </p:spPr>
      </p:sp>
      <p:sp>
        <p:nvSpPr>
          <p:cNvPr id="30" name="Shape 28"/>
          <p:cNvSpPr/>
          <p:nvPr/>
        </p:nvSpPr>
        <p:spPr>
          <a:xfrm>
            <a:off x="6245352" y="1773936"/>
            <a:ext cx="292608" cy="292608"/>
          </a:xfrm>
          <a:prstGeom prst="ellipse">
            <a:avLst/>
          </a:prstGeom>
          <a:solidFill>
            <a:srgbClr val="065A82"/>
          </a:solidFill>
          <a:ln w="12700">
            <a:solidFill>
              <a:srgbClr val="065A82"/>
            </a:solidFill>
            <a:prstDash val="solid"/>
          </a:ln>
        </p:spPr>
      </p:sp>
      <p:sp>
        <p:nvSpPr>
          <p:cNvPr id="31" name="Text 29"/>
          <p:cNvSpPr/>
          <p:nvPr/>
        </p:nvSpPr>
        <p:spPr>
          <a:xfrm>
            <a:off x="6245352" y="177393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UI" pitchFamily="34" charset="0"/>
                <a:ea typeface="Yu Gothic UI" pitchFamily="34" charset="-122"/>
                <a:cs typeface="Yu Gothic UI" pitchFamily="34" charset="-120"/>
              </a:rPr>
              <a:t>2</a:t>
            </a:r>
            <a:endParaRPr lang="en-US" sz="1200" dirty="0"/>
          </a:p>
        </p:txBody>
      </p:sp>
      <p:sp>
        <p:nvSpPr>
          <p:cNvPr id="32" name="Text 30"/>
          <p:cNvSpPr/>
          <p:nvPr/>
        </p:nvSpPr>
        <p:spPr>
          <a:xfrm>
            <a:off x="6556248" y="1773936"/>
            <a:ext cx="548640" cy="292608"/>
          </a:xfrm>
          <a:prstGeom prst="rect">
            <a:avLst/>
          </a:prstGeom>
          <a:noFill/>
          <a:ln/>
        </p:spPr>
        <p:txBody>
          <a:bodyPr wrap="square" lIns="0" tIns="0" rIns="0" bIns="0" rtlCol="0" anchor="ctr"/>
          <a:lstStyle/>
          <a:p>
            <a:pPr algn="l" indent="0" marL="0">
              <a:buNone/>
            </a:pPr>
            <a:r>
              <a:rPr lang="en-US" sz="900" b="1" dirty="0">
                <a:solidFill>
                  <a:srgbClr val="0F1B3D"/>
                </a:solidFill>
                <a:latin typeface="Yu Gothic UI" pitchFamily="34" charset="0"/>
                <a:ea typeface="Yu Gothic UI" pitchFamily="34" charset="-122"/>
                <a:cs typeface="Yu Gothic UI" pitchFamily="34" charset="-120"/>
              </a:rPr>
              <a:t>Step 2</a:t>
            </a:r>
            <a:endParaRPr lang="en-US" sz="900" dirty="0"/>
          </a:p>
        </p:txBody>
      </p:sp>
      <p:sp>
        <p:nvSpPr>
          <p:cNvPr id="33" name="Shape 31"/>
          <p:cNvSpPr/>
          <p:nvPr/>
        </p:nvSpPr>
        <p:spPr>
          <a:xfrm rot="5400000">
            <a:off x="7141464" y="1783080"/>
            <a:ext cx="182880" cy="274320"/>
          </a:xfrm>
          <a:prstGeom prst="rtTriangle">
            <a:avLst/>
          </a:prstGeom>
          <a:solidFill>
            <a:srgbClr val="1C7293"/>
          </a:solidFill>
          <a:ln w="12700">
            <a:solidFill>
              <a:srgbClr val="1C7293"/>
            </a:solidFill>
            <a:prstDash val="solid"/>
          </a:ln>
        </p:spPr>
      </p:sp>
      <p:sp>
        <p:nvSpPr>
          <p:cNvPr id="34" name="Shape 32"/>
          <p:cNvSpPr/>
          <p:nvPr/>
        </p:nvSpPr>
        <p:spPr>
          <a:xfrm>
            <a:off x="7333488" y="1645920"/>
            <a:ext cx="960120" cy="548640"/>
          </a:xfrm>
          <a:prstGeom prst="rect">
            <a:avLst/>
          </a:prstGeom>
          <a:solidFill>
            <a:srgbClr val="FFFFFF"/>
          </a:solidFill>
          <a:ln w="6350">
            <a:solidFill>
              <a:srgbClr val="E2E8F0"/>
            </a:solidFill>
            <a:prstDash val="solid"/>
          </a:ln>
        </p:spPr>
      </p:sp>
      <p:sp>
        <p:nvSpPr>
          <p:cNvPr id="35" name="Shape 33"/>
          <p:cNvSpPr/>
          <p:nvPr/>
        </p:nvSpPr>
        <p:spPr>
          <a:xfrm>
            <a:off x="7406640" y="1773936"/>
            <a:ext cx="292608" cy="292608"/>
          </a:xfrm>
          <a:prstGeom prst="ellipse">
            <a:avLst/>
          </a:prstGeom>
          <a:solidFill>
            <a:srgbClr val="065A82"/>
          </a:solidFill>
          <a:ln w="12700">
            <a:solidFill>
              <a:srgbClr val="065A82"/>
            </a:solidFill>
            <a:prstDash val="solid"/>
          </a:ln>
        </p:spPr>
      </p:sp>
      <p:sp>
        <p:nvSpPr>
          <p:cNvPr id="36" name="Text 34"/>
          <p:cNvSpPr/>
          <p:nvPr/>
        </p:nvSpPr>
        <p:spPr>
          <a:xfrm>
            <a:off x="7406640" y="177393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UI" pitchFamily="34" charset="0"/>
                <a:ea typeface="Yu Gothic UI" pitchFamily="34" charset="-122"/>
                <a:cs typeface="Yu Gothic UI" pitchFamily="34" charset="-120"/>
              </a:rPr>
              <a:t>3</a:t>
            </a:r>
            <a:endParaRPr lang="en-US" sz="1200" dirty="0"/>
          </a:p>
        </p:txBody>
      </p:sp>
      <p:sp>
        <p:nvSpPr>
          <p:cNvPr id="37" name="Text 35"/>
          <p:cNvSpPr/>
          <p:nvPr/>
        </p:nvSpPr>
        <p:spPr>
          <a:xfrm>
            <a:off x="7717536" y="1773936"/>
            <a:ext cx="548640" cy="292608"/>
          </a:xfrm>
          <a:prstGeom prst="rect">
            <a:avLst/>
          </a:prstGeom>
          <a:noFill/>
          <a:ln/>
        </p:spPr>
        <p:txBody>
          <a:bodyPr wrap="square" lIns="0" tIns="0" rIns="0" bIns="0" rtlCol="0" anchor="ctr"/>
          <a:lstStyle/>
          <a:p>
            <a:pPr algn="l" indent="0" marL="0">
              <a:buNone/>
            </a:pPr>
            <a:r>
              <a:rPr lang="en-US" sz="900" b="1" dirty="0">
                <a:solidFill>
                  <a:srgbClr val="0F1B3D"/>
                </a:solidFill>
                <a:latin typeface="Yu Gothic UI" pitchFamily="34" charset="0"/>
                <a:ea typeface="Yu Gothic UI" pitchFamily="34" charset="-122"/>
                <a:cs typeface="Yu Gothic UI" pitchFamily="34" charset="-120"/>
              </a:rPr>
              <a:t>Step 3</a:t>
            </a:r>
            <a:endParaRPr lang="en-US" sz="900" dirty="0"/>
          </a:p>
        </p:txBody>
      </p:sp>
      <p:sp>
        <p:nvSpPr>
          <p:cNvPr id="38" name="Text 36"/>
          <p:cNvSpPr/>
          <p:nvPr/>
        </p:nvSpPr>
        <p:spPr>
          <a:xfrm>
            <a:off x="4754880" y="2377440"/>
            <a:ext cx="3794760" cy="457200"/>
          </a:xfrm>
          <a:prstGeom prst="rect">
            <a:avLst/>
          </a:prstGeom>
          <a:noFill/>
          <a:ln/>
        </p:spPr>
        <p:txBody>
          <a:bodyPr wrap="square" lIns="0" tIns="0" rIns="0" bIns="0" rtlCol="0" anchor="t"/>
          <a:lstStyle/>
          <a:p>
            <a:pPr indent="0" marL="0">
              <a:buNone/>
            </a:pPr>
            <a:r>
              <a:rPr lang="en-US" sz="850" b="1" spc="200" kern="0" dirty="0">
                <a:solidFill>
                  <a:srgbClr val="D97706"/>
                </a:solidFill>
                <a:latin typeface="Yu Gothic UI" pitchFamily="34" charset="0"/>
                <a:ea typeface="Yu Gothic UI" pitchFamily="34" charset="-122"/>
                <a:cs typeface="Yu Gothic UI" pitchFamily="34" charset="-120"/>
              </a:rPr>
              <a:t>使い所  </a:t>
            </a:r>
            <a:pPr indent="0" marL="0">
              <a:buNone/>
            </a:pPr>
            <a:r>
              <a:rPr lang="en-US" sz="900" dirty="0">
                <a:solidFill>
                  <a:srgbClr val="1F2937"/>
                </a:solidFill>
                <a:latin typeface="Yu Gothic UI" pitchFamily="34" charset="0"/>
                <a:ea typeface="Yu Gothic UI" pitchFamily="34" charset="-122"/>
                <a:cs typeface="Yu Gothic UI" pitchFamily="34" charset="-120"/>
              </a:rPr>
              <a:t>「6軸 → ノルム → 窓統計」のような順序のあるパイプライン。バッジ+矢印で視覚化。</a:t>
            </a:r>
            <a:endParaRPr lang="en-US" sz="850" dirty="0"/>
          </a:p>
        </p:txBody>
      </p:sp>
      <p:sp>
        <p:nvSpPr>
          <p:cNvPr id="39" name="Shape 37"/>
          <p:cNvSpPr/>
          <p:nvPr/>
        </p:nvSpPr>
        <p:spPr>
          <a:xfrm>
            <a:off x="457200" y="2926080"/>
            <a:ext cx="4069080" cy="1691640"/>
          </a:xfrm>
          <a:prstGeom prst="rect">
            <a:avLst/>
          </a:prstGeom>
          <a:solidFill>
            <a:srgbClr val="FFFFFF"/>
          </a:solidFill>
          <a:ln w="9525">
            <a:solidFill>
              <a:srgbClr val="E2E8F0"/>
            </a:solidFill>
            <a:prstDash val="solid"/>
          </a:ln>
        </p:spPr>
      </p:sp>
      <p:sp>
        <p:nvSpPr>
          <p:cNvPr id="40" name="Shape 38"/>
          <p:cNvSpPr/>
          <p:nvPr/>
        </p:nvSpPr>
        <p:spPr>
          <a:xfrm>
            <a:off x="457200" y="2926080"/>
            <a:ext cx="4069080" cy="274320"/>
          </a:xfrm>
          <a:prstGeom prst="rect">
            <a:avLst/>
          </a:prstGeom>
          <a:solidFill>
            <a:srgbClr val="F8FAFC"/>
          </a:solidFill>
          <a:ln w="12700">
            <a:solidFill>
              <a:srgbClr val="E2E8F0"/>
            </a:solidFill>
            <a:prstDash val="solid"/>
          </a:ln>
        </p:spPr>
      </p:sp>
      <p:sp>
        <p:nvSpPr>
          <p:cNvPr id="41" name="Text 39"/>
          <p:cNvSpPr/>
          <p:nvPr/>
        </p:nvSpPr>
        <p:spPr>
          <a:xfrm>
            <a:off x="594360" y="2926080"/>
            <a:ext cx="3794760" cy="274320"/>
          </a:xfrm>
          <a:prstGeom prst="rect">
            <a:avLst/>
          </a:prstGeom>
          <a:noFill/>
          <a:ln/>
        </p:spPr>
        <p:txBody>
          <a:bodyPr wrap="square" lIns="0" tIns="0" rIns="0" bIns="0" rtlCol="0" anchor="ctr"/>
          <a:lstStyle/>
          <a:p>
            <a:pPr algn="l" indent="0" marL="0">
              <a:buNone/>
            </a:pPr>
            <a:r>
              <a:rPr lang="en-US" sz="1000" b="1" dirty="0">
                <a:solidFill>
                  <a:srgbClr val="0F1B3D"/>
                </a:solidFill>
                <a:latin typeface="Yu Gothic UI" pitchFamily="34" charset="0"/>
                <a:ea typeface="Yu Gothic UI" pitchFamily="34" charset="-122"/>
                <a:cs typeface="Yu Gothic UI" pitchFamily="34" charset="-120"/>
              </a:rPr>
              <a:t>ヘッダー付きテーブル</a:t>
            </a:r>
            <a:endParaRPr lang="en-US" sz="1000" dirty="0"/>
          </a:p>
        </p:txBody>
      </p:sp>
      <p:sp>
        <p:nvSpPr>
          <p:cNvPr id="42" name="Shape 40"/>
          <p:cNvSpPr/>
          <p:nvPr/>
        </p:nvSpPr>
        <p:spPr>
          <a:xfrm>
            <a:off x="457200" y="4105656"/>
            <a:ext cx="4069080" cy="4572"/>
          </a:xfrm>
          <a:prstGeom prst="rect">
            <a:avLst/>
          </a:prstGeom>
          <a:solidFill>
            <a:srgbClr val="E2E8F0"/>
          </a:solidFill>
          <a:ln w="12700">
            <a:solidFill>
              <a:srgbClr val="E2E8F0"/>
            </a:solidFill>
            <a:prstDash val="solid"/>
          </a:ln>
        </p:spPr>
      </p:sp>
      <p:sp>
        <p:nvSpPr>
          <p:cNvPr id="43" name="Shape 41"/>
          <p:cNvSpPr/>
          <p:nvPr/>
        </p:nvSpPr>
        <p:spPr>
          <a:xfrm>
            <a:off x="594360" y="3246120"/>
            <a:ext cx="3794760" cy="822960"/>
          </a:xfrm>
          <a:prstGeom prst="rect">
            <a:avLst/>
          </a:prstGeom>
          <a:solidFill>
            <a:srgbClr val="F8FAFC"/>
          </a:solidFill>
          <a:ln w="6350">
            <a:solidFill>
              <a:srgbClr val="E2E8F0"/>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 y="3328416"/>
          <a:ext cx="3520440" cy="914400"/>
        </p:xfrm>
        <a:graphic>
          <a:graphicData uri="http://schemas.openxmlformats.org/drawingml/2006/table">
            <a:tbl>
              <a:tblPr/>
              <a:tblGrid>
                <a:gridCol w="1408176"/>
                <a:gridCol w="1056132"/>
                <a:gridCol w="1056132"/>
              </a:tblGrid>
              <a:tr h="219456">
                <a:tc>
                  <a:txBody>
                    <a:bodyPr/>
                    <a:lstStyle/>
                    <a:p>
                      <a:pPr algn="ctr" indent="0" marL="0">
                        <a:buNone/>
                      </a:pPr>
                      <a:r>
                        <a:rPr lang="en-US" sz="900" b="1" dirty="0">
                          <a:solidFill>
                            <a:srgbClr val="FFFFFF"/>
                          </a:solidFill>
                          <a:latin typeface="Yu Gothic UI" pitchFamily="34" charset="0"/>
                          <a:ea typeface="Yu Gothic UI" pitchFamily="34" charset="-122"/>
                          <a:cs typeface="Yu Gothic UI" pitchFamily="34" charset="-120"/>
                        </a:rPr>
                        <a:t>項目</a:t>
                      </a:r>
                      <a:endParaRPr lang="en-US" sz="900" dirty="0">
                        <a:latin typeface="Yu Gothic UI" charset="0"/>
                        <a:ea typeface="Yu Gothic UI" charset="0"/>
                        <a:cs typeface="Yu Gothic U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B3D"/>
                    </a:solidFill>
                  </a:tcPr>
                </a:tc>
                <a:tc>
                  <a:txBody>
                    <a:bodyPr/>
                    <a:lstStyle/>
                    <a:p>
                      <a:pPr algn="ctr" indent="0" marL="0">
                        <a:buNone/>
                      </a:pPr>
                      <a:r>
                        <a:rPr lang="en-US" sz="900" b="1" dirty="0">
                          <a:solidFill>
                            <a:srgbClr val="FFFFFF"/>
                          </a:solidFill>
                          <a:latin typeface="Yu Gothic UI" pitchFamily="34" charset="0"/>
                          <a:ea typeface="Yu Gothic UI" pitchFamily="34" charset="-122"/>
                          <a:cs typeface="Yu Gothic UI" pitchFamily="34" charset="-120"/>
                        </a:rPr>
                        <a:t>値A</a:t>
                      </a:r>
                      <a:endParaRPr lang="en-US" sz="900" dirty="0">
                        <a:latin typeface="Yu Gothic UI" charset="0"/>
                        <a:ea typeface="Yu Gothic UI" charset="0"/>
                        <a:cs typeface="Yu Gothic U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B3D"/>
                    </a:solidFill>
                  </a:tcPr>
                </a:tc>
                <a:tc>
                  <a:txBody>
                    <a:bodyPr/>
                    <a:lstStyle/>
                    <a:p>
                      <a:pPr algn="ctr" indent="0" marL="0">
                        <a:buNone/>
                      </a:pPr>
                      <a:r>
                        <a:rPr lang="en-US" sz="900" b="1" dirty="0">
                          <a:solidFill>
                            <a:srgbClr val="FFFFFF"/>
                          </a:solidFill>
                          <a:latin typeface="Yu Gothic UI" pitchFamily="34" charset="0"/>
                          <a:ea typeface="Yu Gothic UI" pitchFamily="34" charset="-122"/>
                          <a:cs typeface="Yu Gothic UI" pitchFamily="34" charset="-120"/>
                        </a:rPr>
                        <a:t>値B</a:t>
                      </a:r>
                      <a:endParaRPr lang="en-US" sz="900" dirty="0">
                        <a:latin typeface="Yu Gothic UI" charset="0"/>
                        <a:ea typeface="Yu Gothic UI" charset="0"/>
                        <a:cs typeface="Yu Gothic U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B3D"/>
                    </a:solidFill>
                  </a:tcPr>
                </a:tc>
              </a:tr>
              <a:tr h="219456">
                <a:tc>
                  <a:txBody>
                    <a:bodyPr/>
                    <a:lstStyle/>
                    <a:p>
                      <a:pPr algn="l" indent="0" marL="0">
                        <a:buNone/>
                      </a:pPr>
                      <a:r>
                        <a:rPr lang="en-US" sz="900" b="1" dirty="0">
                          <a:solidFill>
                            <a:srgbClr val="1F2937"/>
                          </a:solidFill>
                          <a:latin typeface="Yu Gothic UI" pitchFamily="34" charset="0"/>
                          <a:ea typeface="Yu Gothic UI" pitchFamily="34" charset="-122"/>
                          <a:cs typeface="Yu Gothic UI" pitchFamily="34" charset="-120"/>
                        </a:rPr>
                        <a:t>行1</a:t>
                      </a:r>
                      <a:endParaRPr lang="en-US" sz="900" dirty="0">
                        <a:latin typeface="Yu Gothic UI" charset="0"/>
                        <a:ea typeface="Yu Gothic UI" charset="0"/>
                        <a:cs typeface="Yu Gothic U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1F2937"/>
                          </a:solidFill>
                          <a:latin typeface="Yu Gothic UI" pitchFamily="34" charset="0"/>
                          <a:ea typeface="Yu Gothic UI" pitchFamily="34" charset="-122"/>
                          <a:cs typeface="Yu Gothic UI" pitchFamily="34" charset="-120"/>
                        </a:rPr>
                        <a:t>—</a:t>
                      </a:r>
                      <a:endParaRPr lang="en-US" sz="900" dirty="0">
                        <a:latin typeface="Yu Gothic UI" charset="0"/>
                        <a:ea typeface="Yu Gothic UI" charset="0"/>
                        <a:cs typeface="Yu Gothic U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1F2937"/>
                          </a:solidFill>
                          <a:latin typeface="Yu Gothic UI" pitchFamily="34" charset="0"/>
                          <a:ea typeface="Yu Gothic UI" pitchFamily="34" charset="-122"/>
                          <a:cs typeface="Yu Gothic UI" pitchFamily="34" charset="-120"/>
                        </a:rPr>
                        <a:t>—</a:t>
                      </a:r>
                      <a:endParaRPr lang="en-US" sz="900" dirty="0">
                        <a:latin typeface="Yu Gothic UI" charset="0"/>
                        <a:ea typeface="Yu Gothic UI" charset="0"/>
                        <a:cs typeface="Yu Gothic U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19456">
                <a:tc>
                  <a:txBody>
                    <a:bodyPr/>
                    <a:lstStyle/>
                    <a:p>
                      <a:pPr algn="l" indent="0" marL="0">
                        <a:buNone/>
                      </a:pPr>
                      <a:r>
                        <a:rPr lang="en-US" sz="900" b="1" dirty="0">
                          <a:solidFill>
                            <a:srgbClr val="1F2937"/>
                          </a:solidFill>
                          <a:latin typeface="Yu Gothic UI" pitchFamily="34" charset="0"/>
                          <a:ea typeface="Yu Gothic UI" pitchFamily="34" charset="-122"/>
                          <a:cs typeface="Yu Gothic UI" pitchFamily="34" charset="-120"/>
                        </a:rPr>
                        <a:t>行2</a:t>
                      </a:r>
                      <a:endParaRPr lang="en-US" sz="900" dirty="0">
                        <a:latin typeface="Yu Gothic UI" charset="0"/>
                        <a:ea typeface="Yu Gothic UI" charset="0"/>
                        <a:cs typeface="Yu Gothic U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00" dirty="0">
                          <a:solidFill>
                            <a:srgbClr val="1F2937"/>
                          </a:solidFill>
                          <a:latin typeface="Yu Gothic UI" pitchFamily="34" charset="0"/>
                          <a:ea typeface="Yu Gothic UI" pitchFamily="34" charset="-122"/>
                          <a:cs typeface="Yu Gothic UI" pitchFamily="34" charset="-120"/>
                        </a:rPr>
                        <a:t>—</a:t>
                      </a:r>
                      <a:endParaRPr lang="en-US" sz="900" dirty="0">
                        <a:latin typeface="Yu Gothic UI" charset="0"/>
                        <a:ea typeface="Yu Gothic UI" charset="0"/>
                        <a:cs typeface="Yu Gothic U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00" dirty="0">
                          <a:solidFill>
                            <a:srgbClr val="1F2937"/>
                          </a:solidFill>
                          <a:latin typeface="Yu Gothic UI" pitchFamily="34" charset="0"/>
                          <a:ea typeface="Yu Gothic UI" pitchFamily="34" charset="-122"/>
                          <a:cs typeface="Yu Gothic UI" pitchFamily="34" charset="-120"/>
                        </a:rPr>
                        <a:t>—</a:t>
                      </a:r>
                      <a:endParaRPr lang="en-US" sz="900" dirty="0">
                        <a:latin typeface="Yu Gothic UI" charset="0"/>
                        <a:ea typeface="Yu Gothic UI" charset="0"/>
                        <a:cs typeface="Yu Gothic U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bl>
          </a:graphicData>
        </a:graphic>
      </p:graphicFrame>
      <p:sp>
        <p:nvSpPr>
          <p:cNvPr id="45" name="Text 42"/>
          <p:cNvSpPr/>
          <p:nvPr/>
        </p:nvSpPr>
        <p:spPr>
          <a:xfrm>
            <a:off x="594360" y="4114800"/>
            <a:ext cx="3794760" cy="457200"/>
          </a:xfrm>
          <a:prstGeom prst="rect">
            <a:avLst/>
          </a:prstGeom>
          <a:noFill/>
          <a:ln/>
        </p:spPr>
        <p:txBody>
          <a:bodyPr wrap="square" lIns="0" tIns="0" rIns="0" bIns="0" rtlCol="0" anchor="t"/>
          <a:lstStyle/>
          <a:p>
            <a:pPr indent="0" marL="0">
              <a:buNone/>
            </a:pPr>
            <a:r>
              <a:rPr lang="en-US" sz="850" b="1" spc="200" kern="0" dirty="0">
                <a:solidFill>
                  <a:srgbClr val="D97706"/>
                </a:solidFill>
                <a:latin typeface="Yu Gothic UI" pitchFamily="34" charset="0"/>
                <a:ea typeface="Yu Gothic UI" pitchFamily="34" charset="-122"/>
                <a:cs typeface="Yu Gothic UI" pitchFamily="34" charset="-120"/>
              </a:rPr>
              <a:t>使い所  </a:t>
            </a:r>
            <a:pPr indent="0" marL="0">
              <a:buNone/>
            </a:pPr>
            <a:r>
              <a:rPr lang="en-US" sz="900" dirty="0">
                <a:solidFill>
                  <a:srgbClr val="1F2937"/>
                </a:solidFill>
                <a:latin typeface="Yu Gothic UI" pitchFamily="34" charset="0"/>
                <a:ea typeface="Yu Gothic UI" pitchFamily="34" charset="-122"/>
                <a:cs typeface="Yu Gothic UI" pitchFamily="34" charset="-120"/>
              </a:rPr>
              <a:t>特徴量一覧など複数列の情報整理に。ヘッダーはnavy+白文字、偶数行に薄い背景でゼブラ。</a:t>
            </a:r>
            <a:endParaRPr lang="en-US" sz="850" dirty="0"/>
          </a:p>
        </p:txBody>
      </p:sp>
      <p:sp>
        <p:nvSpPr>
          <p:cNvPr id="46" name="Shape 43"/>
          <p:cNvSpPr/>
          <p:nvPr/>
        </p:nvSpPr>
        <p:spPr>
          <a:xfrm>
            <a:off x="4617720" y="2926080"/>
            <a:ext cx="4069080" cy="1691640"/>
          </a:xfrm>
          <a:prstGeom prst="rect">
            <a:avLst/>
          </a:prstGeom>
          <a:solidFill>
            <a:srgbClr val="FFFFFF"/>
          </a:solidFill>
          <a:ln w="9525">
            <a:solidFill>
              <a:srgbClr val="E2E8F0"/>
            </a:solidFill>
            <a:prstDash val="solid"/>
          </a:ln>
        </p:spPr>
      </p:sp>
      <p:sp>
        <p:nvSpPr>
          <p:cNvPr id="47" name="Shape 44"/>
          <p:cNvSpPr/>
          <p:nvPr/>
        </p:nvSpPr>
        <p:spPr>
          <a:xfrm>
            <a:off x="4617720" y="2926080"/>
            <a:ext cx="4069080" cy="274320"/>
          </a:xfrm>
          <a:prstGeom prst="rect">
            <a:avLst/>
          </a:prstGeom>
          <a:solidFill>
            <a:srgbClr val="F8FAFC"/>
          </a:solidFill>
          <a:ln w="12700">
            <a:solidFill>
              <a:srgbClr val="E2E8F0"/>
            </a:solidFill>
            <a:prstDash val="solid"/>
          </a:ln>
        </p:spPr>
      </p:sp>
      <p:sp>
        <p:nvSpPr>
          <p:cNvPr id="48" name="Text 45"/>
          <p:cNvSpPr/>
          <p:nvPr/>
        </p:nvSpPr>
        <p:spPr>
          <a:xfrm>
            <a:off x="4754880" y="2926080"/>
            <a:ext cx="3794760" cy="274320"/>
          </a:xfrm>
          <a:prstGeom prst="rect">
            <a:avLst/>
          </a:prstGeom>
          <a:noFill/>
          <a:ln/>
        </p:spPr>
        <p:txBody>
          <a:bodyPr wrap="square" lIns="0" tIns="0" rIns="0" bIns="0" rtlCol="0" anchor="ctr"/>
          <a:lstStyle/>
          <a:p>
            <a:pPr algn="l" indent="0" marL="0">
              <a:buNone/>
            </a:pPr>
            <a:r>
              <a:rPr lang="en-US" sz="1000" b="1" dirty="0">
                <a:solidFill>
                  <a:srgbClr val="0F1B3D"/>
                </a:solidFill>
                <a:latin typeface="Yu Gothic UI" pitchFamily="34" charset="0"/>
                <a:ea typeface="Yu Gothic UI" pitchFamily="34" charset="-122"/>
                <a:cs typeface="Yu Gothic UI" pitchFamily="34" charset="-120"/>
              </a:rPr>
              <a:t>画像+メモ(左右レイアウト)</a:t>
            </a:r>
            <a:endParaRPr lang="en-US" sz="1000" dirty="0"/>
          </a:p>
        </p:txBody>
      </p:sp>
      <p:sp>
        <p:nvSpPr>
          <p:cNvPr id="49" name="Shape 46"/>
          <p:cNvSpPr/>
          <p:nvPr/>
        </p:nvSpPr>
        <p:spPr>
          <a:xfrm>
            <a:off x="4617720" y="4105656"/>
            <a:ext cx="4069080" cy="4572"/>
          </a:xfrm>
          <a:prstGeom prst="rect">
            <a:avLst/>
          </a:prstGeom>
          <a:solidFill>
            <a:srgbClr val="E2E8F0"/>
          </a:solidFill>
          <a:ln w="12700">
            <a:solidFill>
              <a:srgbClr val="E2E8F0"/>
            </a:solidFill>
            <a:prstDash val="solid"/>
          </a:ln>
        </p:spPr>
      </p:sp>
      <p:sp>
        <p:nvSpPr>
          <p:cNvPr id="50" name="Shape 47"/>
          <p:cNvSpPr/>
          <p:nvPr/>
        </p:nvSpPr>
        <p:spPr>
          <a:xfrm>
            <a:off x="4754880" y="3246120"/>
            <a:ext cx="3794760" cy="822960"/>
          </a:xfrm>
          <a:prstGeom prst="rect">
            <a:avLst/>
          </a:prstGeom>
          <a:solidFill>
            <a:srgbClr val="F8FAFC"/>
          </a:solidFill>
          <a:ln w="6350">
            <a:solidFill>
              <a:srgbClr val="E2E8F0"/>
            </a:solidFill>
            <a:prstDash val="solid"/>
          </a:ln>
        </p:spPr>
      </p:sp>
      <p:sp>
        <p:nvSpPr>
          <p:cNvPr id="51" name="Shape 48"/>
          <p:cNvSpPr/>
          <p:nvPr/>
        </p:nvSpPr>
        <p:spPr>
          <a:xfrm>
            <a:off x="4846320" y="3291840"/>
            <a:ext cx="1760220" cy="731520"/>
          </a:xfrm>
          <a:prstGeom prst="rect">
            <a:avLst/>
          </a:prstGeom>
          <a:solidFill>
            <a:srgbClr val="EBEFF5"/>
          </a:solidFill>
          <a:ln w="6350">
            <a:solidFill>
              <a:srgbClr val="E2E8F0"/>
            </a:solidFill>
            <a:prstDash val="solid"/>
          </a:ln>
        </p:spPr>
      </p:sp>
      <p:sp>
        <p:nvSpPr>
          <p:cNvPr id="52" name="Text 49"/>
          <p:cNvSpPr/>
          <p:nvPr/>
        </p:nvSpPr>
        <p:spPr>
          <a:xfrm>
            <a:off x="4846320" y="3291840"/>
            <a:ext cx="1760220" cy="731520"/>
          </a:xfrm>
          <a:prstGeom prst="rect">
            <a:avLst/>
          </a:prstGeom>
          <a:noFill/>
          <a:ln/>
        </p:spPr>
        <p:txBody>
          <a:bodyPr wrap="square" lIns="0" tIns="0" rIns="0" bIns="0" rtlCol="0" anchor="ctr"/>
          <a:lstStyle/>
          <a:p>
            <a:pPr algn="ctr" indent="0" marL="0">
              <a:buNone/>
            </a:pPr>
            <a:r>
              <a:rPr lang="en-US" sz="1100" i="1" dirty="0">
                <a:solidFill>
                  <a:srgbClr val="64748B"/>
                </a:solidFill>
                <a:latin typeface="Yu Gothic UI" pitchFamily="34" charset="0"/>
                <a:ea typeface="Yu Gothic UI" pitchFamily="34" charset="-122"/>
                <a:cs typeface="Yu Gothic UI" pitchFamily="34" charset="-120"/>
              </a:rPr>
              <a:t>[ 図 ]</a:t>
            </a:r>
            <a:endParaRPr lang="en-US" sz="1100" dirty="0"/>
          </a:p>
        </p:txBody>
      </p:sp>
      <p:sp>
        <p:nvSpPr>
          <p:cNvPr id="53" name="Shape 50"/>
          <p:cNvSpPr/>
          <p:nvPr/>
        </p:nvSpPr>
        <p:spPr>
          <a:xfrm>
            <a:off x="6697980" y="3291840"/>
            <a:ext cx="1760220" cy="731520"/>
          </a:xfrm>
          <a:prstGeom prst="rect">
            <a:avLst/>
          </a:prstGeom>
          <a:solidFill>
            <a:srgbClr val="FFFFFF"/>
          </a:solidFill>
          <a:ln w="9525">
            <a:solidFill>
              <a:srgbClr val="E2E8F0"/>
            </a:solidFill>
            <a:prstDash val="solid"/>
          </a:ln>
        </p:spPr>
      </p:sp>
      <p:sp>
        <p:nvSpPr>
          <p:cNvPr id="54" name="Text 51"/>
          <p:cNvSpPr/>
          <p:nvPr/>
        </p:nvSpPr>
        <p:spPr>
          <a:xfrm>
            <a:off x="6789420" y="3337560"/>
            <a:ext cx="1577340" cy="640080"/>
          </a:xfrm>
          <a:prstGeom prst="rect">
            <a:avLst/>
          </a:prstGeom>
          <a:noFill/>
          <a:ln/>
        </p:spPr>
        <p:txBody>
          <a:bodyPr wrap="square" lIns="0" tIns="0" rIns="0" bIns="0" rtlCol="0" anchor="t"/>
          <a:lstStyle/>
          <a:p>
            <a:pPr indent="0" marL="0">
              <a:spcAft>
                <a:spcPts val="400"/>
              </a:spcAft>
              <a:buNone/>
            </a:pPr>
            <a:r>
              <a:rPr lang="en-US" sz="900" b="1" dirty="0">
                <a:solidFill>
                  <a:srgbClr val="1C7293"/>
                </a:solidFill>
                <a:latin typeface="Yu Gothic UI" pitchFamily="34" charset="0"/>
                <a:ea typeface="Yu Gothic UI" pitchFamily="34" charset="-122"/>
                <a:cs typeface="Yu Gothic UI" pitchFamily="34" charset="-120"/>
              </a:rPr>
              <a:t>注目ポイント</a:t>
            </a:r>
            <a:endParaRPr lang="en-US" sz="900" dirty="0"/>
          </a:p>
          <a:p>
            <a:pPr indent="0" marL="0">
              <a:spcAft>
                <a:spcPts val="400"/>
              </a:spcAft>
              <a:buNone/>
            </a:pPr>
            <a:r>
              <a:rPr lang="en-US" sz="850" dirty="0">
                <a:solidFill>
                  <a:srgbClr val="1F2937"/>
                </a:solidFill>
                <a:latin typeface="Yu Gothic UI" pitchFamily="34" charset="0"/>
                <a:ea typeface="Yu Gothic UI" pitchFamily="34" charset="-122"/>
                <a:cs typeface="Yu Gothic UI" pitchFamily="34" charset="-120"/>
              </a:rPr>
              <a:t>観察コメント…</a:t>
            </a:r>
            <a:endParaRPr lang="en-US" sz="900" dirty="0"/>
          </a:p>
        </p:txBody>
      </p:sp>
      <p:sp>
        <p:nvSpPr>
          <p:cNvPr id="55" name="Text 52"/>
          <p:cNvSpPr/>
          <p:nvPr/>
        </p:nvSpPr>
        <p:spPr>
          <a:xfrm>
            <a:off x="4754880" y="4114800"/>
            <a:ext cx="3794760" cy="457200"/>
          </a:xfrm>
          <a:prstGeom prst="rect">
            <a:avLst/>
          </a:prstGeom>
          <a:noFill/>
          <a:ln/>
        </p:spPr>
        <p:txBody>
          <a:bodyPr wrap="square" lIns="0" tIns="0" rIns="0" bIns="0" rtlCol="0" anchor="t"/>
          <a:lstStyle/>
          <a:p>
            <a:pPr indent="0" marL="0">
              <a:buNone/>
            </a:pPr>
            <a:r>
              <a:rPr lang="en-US" sz="850" b="1" spc="200" kern="0" dirty="0">
                <a:solidFill>
                  <a:srgbClr val="D97706"/>
                </a:solidFill>
                <a:latin typeface="Yu Gothic UI" pitchFamily="34" charset="0"/>
                <a:ea typeface="Yu Gothic UI" pitchFamily="34" charset="-122"/>
                <a:cs typeface="Yu Gothic UI" pitchFamily="34" charset="-120"/>
              </a:rPr>
              <a:t>使い所  </a:t>
            </a:r>
            <a:pPr indent="0" marL="0">
              <a:buNone/>
            </a:pPr>
            <a:r>
              <a:rPr lang="en-US" sz="900" dirty="0">
                <a:solidFill>
                  <a:srgbClr val="1F2937"/>
                </a:solidFill>
                <a:latin typeface="Yu Gothic UI" pitchFamily="34" charset="0"/>
                <a:ea typeface="Yu Gothic UI" pitchFamily="34" charset="-122"/>
                <a:cs typeface="Yu Gothic UI" pitchFamily="34" charset="-120"/>
              </a:rPr>
              <a:t>観察スライドの基本形。左に図版、右に「画像のここに注目」カード。視線が左→右に流れる。</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0F1B3D"/>
          </a:solidFill>
          <a:ln w="12700">
            <a:solidFill>
              <a:srgbClr val="0F1B3D"/>
            </a:solidFill>
            <a:prstDash val="solid"/>
          </a:ln>
        </p:spPr>
      </p:sp>
      <p:sp>
        <p:nvSpPr>
          <p:cNvPr id="3" name="Text 1"/>
          <p:cNvSpPr/>
          <p:nvPr/>
        </p:nvSpPr>
        <p:spPr>
          <a:xfrm>
            <a:off x="365760" y="0"/>
            <a:ext cx="3657600" cy="384048"/>
          </a:xfrm>
          <a:prstGeom prst="rect">
            <a:avLst/>
          </a:prstGeom>
          <a:noFill/>
          <a:ln/>
        </p:spPr>
        <p:txBody>
          <a:bodyPr wrap="square" lIns="0" tIns="0" rIns="0" bIns="0" rtlCol="0" anchor="ctr"/>
          <a:lstStyle/>
          <a:p>
            <a:pPr algn="l" indent="0" marL="0">
              <a:buNone/>
            </a:pPr>
            <a:r>
              <a:rPr lang="en-US" sz="900" b="1" spc="400" kern="0" dirty="0">
                <a:solidFill>
                  <a:srgbClr val="FFFFFF"/>
                </a:solidFill>
                <a:latin typeface="Yu Gothic UI" pitchFamily="34" charset="0"/>
                <a:ea typeface="Yu Gothic UI" pitchFamily="34" charset="-122"/>
                <a:cs typeface="Yu Gothic UI" pitchFamily="34" charset="-120"/>
              </a:rPr>
              <a:t>COMPONENT CATALOG</a:t>
            </a:r>
            <a:endParaRPr lang="en-US" sz="900" dirty="0"/>
          </a:p>
        </p:txBody>
      </p:sp>
      <p:sp>
        <p:nvSpPr>
          <p:cNvPr id="4" name="Text 2"/>
          <p:cNvSpPr/>
          <p:nvPr/>
        </p:nvSpPr>
        <p:spPr>
          <a:xfrm>
            <a:off x="8229600" y="0"/>
            <a:ext cx="777240" cy="384048"/>
          </a:xfrm>
          <a:prstGeom prst="rect">
            <a:avLst/>
          </a:prstGeom>
          <a:noFill/>
          <a:ln/>
        </p:spPr>
        <p:txBody>
          <a:bodyPr wrap="square" lIns="0" tIns="0" rIns="0" bIns="0" rtlCol="0" anchor="ctr"/>
          <a:lstStyle/>
          <a:p>
            <a:pPr algn="r" indent="0" marL="0">
              <a:buNone/>
            </a:pPr>
            <a:r>
              <a:rPr lang="en-US" sz="900" dirty="0">
                <a:solidFill>
                  <a:srgbClr val="9CA3AF"/>
                </a:solidFill>
                <a:latin typeface="Yu Gothic UI" pitchFamily="34" charset="0"/>
                <a:ea typeface="Yu Gothic UI" pitchFamily="34" charset="-122"/>
                <a:cs typeface="Yu Gothic UI" pitchFamily="34" charset="-120"/>
              </a:rPr>
              <a:t>6 / 6</a:t>
            </a:r>
            <a:endParaRPr lang="en-US" sz="9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algn="l" indent="0" marL="0">
              <a:buNone/>
            </a:pPr>
            <a:r>
              <a:rPr lang="en-US" sz="2200" b="1" dirty="0">
                <a:solidFill>
                  <a:srgbClr val="0F1B3D"/>
                </a:solidFill>
                <a:latin typeface="Yu Gothic UI" pitchFamily="34" charset="0"/>
                <a:ea typeface="Yu Gothic UI" pitchFamily="34" charset="-122"/>
                <a:cs typeface="Yu Gothic UI" pitchFamily="34" charset="-120"/>
              </a:rPr>
              <a:t>5.  カラー &amp; フォント</a:t>
            </a:r>
            <a:endParaRPr lang="en-US" sz="2200" dirty="0"/>
          </a:p>
        </p:txBody>
      </p:sp>
      <p:sp>
        <p:nvSpPr>
          <p:cNvPr id="6" name="Shape 4"/>
          <p:cNvSpPr/>
          <p:nvPr/>
        </p:nvSpPr>
        <p:spPr>
          <a:xfrm>
            <a:off x="457200" y="1033272"/>
            <a:ext cx="8229600" cy="22860"/>
          </a:xfrm>
          <a:prstGeom prst="rect">
            <a:avLst/>
          </a:prstGeom>
          <a:solidFill>
            <a:srgbClr val="E2E8F0"/>
          </a:solidFill>
          <a:ln w="12700">
            <a:solidFill>
              <a:srgbClr val="E2E8F0"/>
            </a:solidFill>
            <a:prstDash val="solid"/>
          </a:ln>
        </p:spPr>
      </p:sp>
      <p:sp>
        <p:nvSpPr>
          <p:cNvPr id="7" name="Text 5"/>
          <p:cNvSpPr/>
          <p:nvPr/>
        </p:nvSpPr>
        <p:spPr>
          <a:xfrm>
            <a:off x="457200" y="1188720"/>
            <a:ext cx="8229600" cy="274320"/>
          </a:xfrm>
          <a:prstGeom prst="rect">
            <a:avLst/>
          </a:prstGeom>
          <a:noFill/>
          <a:ln/>
        </p:spPr>
        <p:txBody>
          <a:bodyPr wrap="square" lIns="0" tIns="0" rIns="0" bIns="0" rtlCol="0" anchor="ctr"/>
          <a:lstStyle/>
          <a:p>
            <a:pPr algn="l" indent="0" marL="0">
              <a:buNone/>
            </a:pPr>
            <a:r>
              <a:rPr lang="en-US" sz="1200" b="1" dirty="0">
                <a:solidFill>
                  <a:srgbClr val="0F1B3D"/>
                </a:solidFill>
                <a:latin typeface="Yu Gothic UI" pitchFamily="34" charset="0"/>
                <a:ea typeface="Yu Gothic UI" pitchFamily="34" charset="-122"/>
                <a:cs typeface="Yu Gothic UI" pitchFamily="34" charset="-120"/>
              </a:rPr>
              <a:t>カラーパレット</a:t>
            </a:r>
            <a:endParaRPr lang="en-US" sz="1200" dirty="0"/>
          </a:p>
        </p:txBody>
      </p:sp>
      <p:sp>
        <p:nvSpPr>
          <p:cNvPr id="8" name="Shape 6"/>
          <p:cNvSpPr/>
          <p:nvPr/>
        </p:nvSpPr>
        <p:spPr>
          <a:xfrm>
            <a:off x="457200" y="1508760"/>
            <a:ext cx="777240" cy="822960"/>
          </a:xfrm>
          <a:prstGeom prst="rect">
            <a:avLst/>
          </a:prstGeom>
          <a:solidFill>
            <a:srgbClr val="0F1B3D"/>
          </a:solidFill>
          <a:ln w="6350">
            <a:solidFill>
              <a:srgbClr val="E2E8F0"/>
            </a:solidFill>
            <a:prstDash val="solid"/>
          </a:ln>
        </p:spPr>
      </p:sp>
      <p:sp>
        <p:nvSpPr>
          <p:cNvPr id="9" name="Shape 7"/>
          <p:cNvSpPr/>
          <p:nvPr/>
        </p:nvSpPr>
        <p:spPr>
          <a:xfrm>
            <a:off x="1234440" y="1508760"/>
            <a:ext cx="1234440" cy="822960"/>
          </a:xfrm>
          <a:prstGeom prst="rect">
            <a:avLst/>
          </a:prstGeom>
          <a:solidFill>
            <a:srgbClr val="FFFFFF"/>
          </a:solidFill>
          <a:ln w="6350">
            <a:solidFill>
              <a:srgbClr val="E2E8F0"/>
            </a:solidFill>
            <a:prstDash val="solid"/>
          </a:ln>
        </p:spPr>
      </p:sp>
      <p:sp>
        <p:nvSpPr>
          <p:cNvPr id="10" name="Text 8"/>
          <p:cNvSpPr/>
          <p:nvPr/>
        </p:nvSpPr>
        <p:spPr>
          <a:xfrm>
            <a:off x="1325880" y="1554480"/>
            <a:ext cx="1097280" cy="731520"/>
          </a:xfrm>
          <a:prstGeom prst="rect">
            <a:avLst/>
          </a:prstGeom>
          <a:noFill/>
          <a:ln/>
        </p:spPr>
        <p:txBody>
          <a:bodyPr wrap="square" lIns="0" tIns="0" rIns="0" bIns="0" rtlCol="0" anchor="t"/>
          <a:lstStyle/>
          <a:p>
            <a:pPr indent="0" marL="0">
              <a:buNone/>
            </a:pPr>
            <a:r>
              <a:rPr lang="en-US" sz="1100" b="1" dirty="0">
                <a:solidFill>
                  <a:srgbClr val="0F1B3D"/>
                </a:solidFill>
                <a:latin typeface="Yu Gothic UI" pitchFamily="34" charset="0"/>
                <a:ea typeface="Yu Gothic UI" pitchFamily="34" charset="-122"/>
                <a:cs typeface="Yu Gothic UI" pitchFamily="34" charset="-120"/>
              </a:rPr>
              <a:t>navy</a:t>
            </a:r>
            <a:endParaRPr lang="en-US" sz="1100" dirty="0"/>
          </a:p>
          <a:p>
            <a:pPr indent="0" marL="0">
              <a:buNone/>
            </a:pPr>
            <a:r>
              <a:rPr lang="en-US" sz="850" dirty="0">
                <a:solidFill>
                  <a:srgbClr val="64748B"/>
                </a:solidFill>
                <a:latin typeface="Consolas" pitchFamily="34" charset="0"/>
                <a:ea typeface="Consolas" pitchFamily="34" charset="-122"/>
                <a:cs typeface="Consolas" pitchFamily="34" charset="-120"/>
              </a:rPr>
              <a:t>#0F1B3D</a:t>
            </a:r>
            <a:endParaRPr lang="en-US" sz="1100" dirty="0"/>
          </a:p>
          <a:p>
            <a:pPr indent="0" marL="0">
              <a:buNone/>
            </a:pPr>
            <a:r>
              <a:rPr lang="en-US" sz="850" dirty="0">
                <a:solidFill>
                  <a:srgbClr val="1F2937"/>
                </a:solidFill>
                <a:latin typeface="Yu Gothic UI" pitchFamily="34" charset="0"/>
                <a:ea typeface="Yu Gothic UI" pitchFamily="34" charset="-122"/>
                <a:cs typeface="Yu Gothic UI" pitchFamily="34" charset="-120"/>
              </a:rPr>
              <a:t>見出し・濃色背景</a:t>
            </a:r>
            <a:endParaRPr lang="en-US" sz="1100" dirty="0"/>
          </a:p>
        </p:txBody>
      </p:sp>
      <p:sp>
        <p:nvSpPr>
          <p:cNvPr id="11" name="Shape 9"/>
          <p:cNvSpPr/>
          <p:nvPr/>
        </p:nvSpPr>
        <p:spPr>
          <a:xfrm>
            <a:off x="2578608" y="1508760"/>
            <a:ext cx="777240" cy="822960"/>
          </a:xfrm>
          <a:prstGeom prst="rect">
            <a:avLst/>
          </a:prstGeom>
          <a:solidFill>
            <a:srgbClr val="065A82"/>
          </a:solidFill>
          <a:ln w="6350">
            <a:solidFill>
              <a:srgbClr val="E2E8F0"/>
            </a:solidFill>
            <a:prstDash val="solid"/>
          </a:ln>
        </p:spPr>
      </p:sp>
      <p:sp>
        <p:nvSpPr>
          <p:cNvPr id="12" name="Shape 10"/>
          <p:cNvSpPr/>
          <p:nvPr/>
        </p:nvSpPr>
        <p:spPr>
          <a:xfrm>
            <a:off x="3355848" y="1508760"/>
            <a:ext cx="1234440" cy="822960"/>
          </a:xfrm>
          <a:prstGeom prst="rect">
            <a:avLst/>
          </a:prstGeom>
          <a:solidFill>
            <a:srgbClr val="FFFFFF"/>
          </a:solidFill>
          <a:ln w="6350">
            <a:solidFill>
              <a:srgbClr val="E2E8F0"/>
            </a:solidFill>
            <a:prstDash val="solid"/>
          </a:ln>
        </p:spPr>
      </p:sp>
      <p:sp>
        <p:nvSpPr>
          <p:cNvPr id="13" name="Text 11"/>
          <p:cNvSpPr/>
          <p:nvPr/>
        </p:nvSpPr>
        <p:spPr>
          <a:xfrm>
            <a:off x="3447288" y="1554480"/>
            <a:ext cx="1097280" cy="731520"/>
          </a:xfrm>
          <a:prstGeom prst="rect">
            <a:avLst/>
          </a:prstGeom>
          <a:noFill/>
          <a:ln/>
        </p:spPr>
        <p:txBody>
          <a:bodyPr wrap="square" lIns="0" tIns="0" rIns="0" bIns="0" rtlCol="0" anchor="t"/>
          <a:lstStyle/>
          <a:p>
            <a:pPr indent="0" marL="0">
              <a:buNone/>
            </a:pPr>
            <a:r>
              <a:rPr lang="en-US" sz="1100" b="1" dirty="0">
                <a:solidFill>
                  <a:srgbClr val="0F1B3D"/>
                </a:solidFill>
                <a:latin typeface="Yu Gothic UI" pitchFamily="34" charset="0"/>
                <a:ea typeface="Yu Gothic UI" pitchFamily="34" charset="-122"/>
                <a:cs typeface="Yu Gothic UI" pitchFamily="34" charset="-120"/>
              </a:rPr>
              <a:t>blue</a:t>
            </a:r>
            <a:endParaRPr lang="en-US" sz="1100" dirty="0"/>
          </a:p>
          <a:p>
            <a:pPr indent="0" marL="0">
              <a:buNone/>
            </a:pPr>
            <a:r>
              <a:rPr lang="en-US" sz="850" dirty="0">
                <a:solidFill>
                  <a:srgbClr val="64748B"/>
                </a:solidFill>
                <a:latin typeface="Consolas" pitchFamily="34" charset="0"/>
                <a:ea typeface="Consolas" pitchFamily="34" charset="-122"/>
                <a:cs typeface="Consolas" pitchFamily="34" charset="-120"/>
              </a:rPr>
              <a:t>#065A82</a:t>
            </a:r>
            <a:endParaRPr lang="en-US" sz="1100" dirty="0"/>
          </a:p>
          <a:p>
            <a:pPr indent="0" marL="0">
              <a:buNone/>
            </a:pPr>
            <a:r>
              <a:rPr lang="en-US" sz="850" dirty="0">
                <a:solidFill>
                  <a:srgbClr val="1F2937"/>
                </a:solidFill>
                <a:latin typeface="Yu Gothic UI" pitchFamily="34" charset="0"/>
                <a:ea typeface="Yu Gothic UI" pitchFamily="34" charset="-122"/>
                <a:cs typeface="Yu Gothic UI" pitchFamily="34" charset="-120"/>
              </a:rPr>
              <a:t>強調・第2色</a:t>
            </a:r>
            <a:endParaRPr lang="en-US" sz="1100" dirty="0"/>
          </a:p>
        </p:txBody>
      </p:sp>
      <p:sp>
        <p:nvSpPr>
          <p:cNvPr id="14" name="Shape 12"/>
          <p:cNvSpPr/>
          <p:nvPr/>
        </p:nvSpPr>
        <p:spPr>
          <a:xfrm>
            <a:off x="4700016" y="1508760"/>
            <a:ext cx="777240" cy="822960"/>
          </a:xfrm>
          <a:prstGeom prst="rect">
            <a:avLst/>
          </a:prstGeom>
          <a:solidFill>
            <a:srgbClr val="1C7293"/>
          </a:solidFill>
          <a:ln w="6350">
            <a:solidFill>
              <a:srgbClr val="E2E8F0"/>
            </a:solidFill>
            <a:prstDash val="solid"/>
          </a:ln>
        </p:spPr>
      </p:sp>
      <p:sp>
        <p:nvSpPr>
          <p:cNvPr id="15" name="Shape 13"/>
          <p:cNvSpPr/>
          <p:nvPr/>
        </p:nvSpPr>
        <p:spPr>
          <a:xfrm>
            <a:off x="5477256" y="1508760"/>
            <a:ext cx="1234440" cy="822960"/>
          </a:xfrm>
          <a:prstGeom prst="rect">
            <a:avLst/>
          </a:prstGeom>
          <a:solidFill>
            <a:srgbClr val="FFFFFF"/>
          </a:solidFill>
          <a:ln w="6350">
            <a:solidFill>
              <a:srgbClr val="E2E8F0"/>
            </a:solidFill>
            <a:prstDash val="solid"/>
          </a:ln>
        </p:spPr>
      </p:sp>
      <p:sp>
        <p:nvSpPr>
          <p:cNvPr id="16" name="Text 14"/>
          <p:cNvSpPr/>
          <p:nvPr/>
        </p:nvSpPr>
        <p:spPr>
          <a:xfrm>
            <a:off x="5568696" y="1554480"/>
            <a:ext cx="1097280" cy="731520"/>
          </a:xfrm>
          <a:prstGeom prst="rect">
            <a:avLst/>
          </a:prstGeom>
          <a:noFill/>
          <a:ln/>
        </p:spPr>
        <p:txBody>
          <a:bodyPr wrap="square" lIns="0" tIns="0" rIns="0" bIns="0" rtlCol="0" anchor="t"/>
          <a:lstStyle/>
          <a:p>
            <a:pPr indent="0" marL="0">
              <a:buNone/>
            </a:pPr>
            <a:r>
              <a:rPr lang="en-US" sz="1100" b="1" dirty="0">
                <a:solidFill>
                  <a:srgbClr val="0F1B3D"/>
                </a:solidFill>
                <a:latin typeface="Yu Gothic UI" pitchFamily="34" charset="0"/>
                <a:ea typeface="Yu Gothic UI" pitchFamily="34" charset="-122"/>
                <a:cs typeface="Yu Gothic UI" pitchFamily="34" charset="-120"/>
              </a:rPr>
              <a:t>teal</a:t>
            </a:r>
            <a:endParaRPr lang="en-US" sz="1100" dirty="0"/>
          </a:p>
          <a:p>
            <a:pPr indent="0" marL="0">
              <a:buNone/>
            </a:pPr>
            <a:r>
              <a:rPr lang="en-US" sz="850" dirty="0">
                <a:solidFill>
                  <a:srgbClr val="64748B"/>
                </a:solidFill>
                <a:latin typeface="Consolas" pitchFamily="34" charset="0"/>
                <a:ea typeface="Consolas" pitchFamily="34" charset="-122"/>
                <a:cs typeface="Consolas" pitchFamily="34" charset="-120"/>
              </a:rPr>
              <a:t>#1C7293</a:t>
            </a:r>
            <a:endParaRPr lang="en-US" sz="1100" dirty="0"/>
          </a:p>
          <a:p>
            <a:pPr indent="0" marL="0">
              <a:buNone/>
            </a:pPr>
            <a:r>
              <a:rPr lang="en-US" sz="850" dirty="0">
                <a:solidFill>
                  <a:srgbClr val="1F2937"/>
                </a:solidFill>
                <a:latin typeface="Yu Gothic UI" pitchFamily="34" charset="0"/>
                <a:ea typeface="Yu Gothic UI" pitchFamily="34" charset="-122"/>
                <a:cs typeface="Yu Gothic UI" pitchFamily="34" charset="-120"/>
              </a:rPr>
              <a:t>セクション・OK</a:t>
            </a:r>
            <a:endParaRPr lang="en-US" sz="1100" dirty="0"/>
          </a:p>
        </p:txBody>
      </p:sp>
      <p:sp>
        <p:nvSpPr>
          <p:cNvPr id="17" name="Shape 15"/>
          <p:cNvSpPr/>
          <p:nvPr/>
        </p:nvSpPr>
        <p:spPr>
          <a:xfrm>
            <a:off x="6821424" y="1508760"/>
            <a:ext cx="777240" cy="822960"/>
          </a:xfrm>
          <a:prstGeom prst="rect">
            <a:avLst/>
          </a:prstGeom>
          <a:solidFill>
            <a:srgbClr val="D97706"/>
          </a:solidFill>
          <a:ln w="6350">
            <a:solidFill>
              <a:srgbClr val="E2E8F0"/>
            </a:solidFill>
            <a:prstDash val="solid"/>
          </a:ln>
        </p:spPr>
      </p:sp>
      <p:sp>
        <p:nvSpPr>
          <p:cNvPr id="18" name="Shape 16"/>
          <p:cNvSpPr/>
          <p:nvPr/>
        </p:nvSpPr>
        <p:spPr>
          <a:xfrm>
            <a:off x="7598664" y="1508760"/>
            <a:ext cx="1234440" cy="822960"/>
          </a:xfrm>
          <a:prstGeom prst="rect">
            <a:avLst/>
          </a:prstGeom>
          <a:solidFill>
            <a:srgbClr val="FFFFFF"/>
          </a:solidFill>
          <a:ln w="6350">
            <a:solidFill>
              <a:srgbClr val="E2E8F0"/>
            </a:solidFill>
            <a:prstDash val="solid"/>
          </a:ln>
        </p:spPr>
      </p:sp>
      <p:sp>
        <p:nvSpPr>
          <p:cNvPr id="19" name="Text 17"/>
          <p:cNvSpPr/>
          <p:nvPr/>
        </p:nvSpPr>
        <p:spPr>
          <a:xfrm>
            <a:off x="7690104" y="1554480"/>
            <a:ext cx="1097280" cy="731520"/>
          </a:xfrm>
          <a:prstGeom prst="rect">
            <a:avLst/>
          </a:prstGeom>
          <a:noFill/>
          <a:ln/>
        </p:spPr>
        <p:txBody>
          <a:bodyPr wrap="square" lIns="0" tIns="0" rIns="0" bIns="0" rtlCol="0" anchor="t"/>
          <a:lstStyle/>
          <a:p>
            <a:pPr indent="0" marL="0">
              <a:buNone/>
            </a:pPr>
            <a:r>
              <a:rPr lang="en-US" sz="1100" b="1" dirty="0">
                <a:solidFill>
                  <a:srgbClr val="0F1B3D"/>
                </a:solidFill>
                <a:latin typeface="Yu Gothic UI" pitchFamily="34" charset="0"/>
                <a:ea typeface="Yu Gothic UI" pitchFamily="34" charset="-122"/>
                <a:cs typeface="Yu Gothic UI" pitchFamily="34" charset="-120"/>
              </a:rPr>
              <a:t>amber</a:t>
            </a:r>
            <a:endParaRPr lang="en-US" sz="1100" dirty="0"/>
          </a:p>
          <a:p>
            <a:pPr indent="0" marL="0">
              <a:buNone/>
            </a:pPr>
            <a:r>
              <a:rPr lang="en-US" sz="850" dirty="0">
                <a:solidFill>
                  <a:srgbClr val="64748B"/>
                </a:solidFill>
                <a:latin typeface="Consolas" pitchFamily="34" charset="0"/>
                <a:ea typeface="Consolas" pitchFamily="34" charset="-122"/>
                <a:cs typeface="Consolas" pitchFamily="34" charset="-120"/>
              </a:rPr>
              <a:t>#D97706</a:t>
            </a:r>
            <a:endParaRPr lang="en-US" sz="1100" dirty="0"/>
          </a:p>
          <a:p>
            <a:pPr indent="0" marL="0">
              <a:buNone/>
            </a:pPr>
            <a:r>
              <a:rPr lang="en-US" sz="850" dirty="0">
                <a:solidFill>
                  <a:srgbClr val="1F2937"/>
                </a:solidFill>
                <a:latin typeface="Yu Gothic UI" pitchFamily="34" charset="0"/>
                <a:ea typeface="Yu Gothic UI" pitchFamily="34" charset="-122"/>
                <a:cs typeface="Yu Gothic UI" pitchFamily="34" charset="-120"/>
              </a:rPr>
              <a:t>注意・短期・警告</a:t>
            </a:r>
            <a:endParaRPr lang="en-US" sz="1100" dirty="0"/>
          </a:p>
        </p:txBody>
      </p:sp>
      <p:sp>
        <p:nvSpPr>
          <p:cNvPr id="20" name="Shape 18"/>
          <p:cNvSpPr/>
          <p:nvPr/>
        </p:nvSpPr>
        <p:spPr>
          <a:xfrm>
            <a:off x="457200" y="2423160"/>
            <a:ext cx="777240" cy="822960"/>
          </a:xfrm>
          <a:prstGeom prst="rect">
            <a:avLst/>
          </a:prstGeom>
          <a:solidFill>
            <a:srgbClr val="1F2937"/>
          </a:solidFill>
          <a:ln w="6350">
            <a:solidFill>
              <a:srgbClr val="E2E8F0"/>
            </a:solidFill>
            <a:prstDash val="solid"/>
          </a:ln>
        </p:spPr>
      </p:sp>
      <p:sp>
        <p:nvSpPr>
          <p:cNvPr id="21" name="Shape 19"/>
          <p:cNvSpPr/>
          <p:nvPr/>
        </p:nvSpPr>
        <p:spPr>
          <a:xfrm>
            <a:off x="1234440" y="2423160"/>
            <a:ext cx="1234440" cy="822960"/>
          </a:xfrm>
          <a:prstGeom prst="rect">
            <a:avLst/>
          </a:prstGeom>
          <a:solidFill>
            <a:srgbClr val="FFFFFF"/>
          </a:solidFill>
          <a:ln w="6350">
            <a:solidFill>
              <a:srgbClr val="E2E8F0"/>
            </a:solidFill>
            <a:prstDash val="solid"/>
          </a:ln>
        </p:spPr>
      </p:sp>
      <p:sp>
        <p:nvSpPr>
          <p:cNvPr id="22" name="Text 20"/>
          <p:cNvSpPr/>
          <p:nvPr/>
        </p:nvSpPr>
        <p:spPr>
          <a:xfrm>
            <a:off x="1325880" y="2468880"/>
            <a:ext cx="1097280" cy="731520"/>
          </a:xfrm>
          <a:prstGeom prst="rect">
            <a:avLst/>
          </a:prstGeom>
          <a:noFill/>
          <a:ln/>
        </p:spPr>
        <p:txBody>
          <a:bodyPr wrap="square" lIns="0" tIns="0" rIns="0" bIns="0" rtlCol="0" anchor="t"/>
          <a:lstStyle/>
          <a:p>
            <a:pPr indent="0" marL="0">
              <a:buNone/>
            </a:pPr>
            <a:r>
              <a:rPr lang="en-US" sz="1100" b="1" dirty="0">
                <a:solidFill>
                  <a:srgbClr val="0F1B3D"/>
                </a:solidFill>
                <a:latin typeface="Yu Gothic UI" pitchFamily="34" charset="0"/>
                <a:ea typeface="Yu Gothic UI" pitchFamily="34" charset="-122"/>
                <a:cs typeface="Yu Gothic UI" pitchFamily="34" charset="-120"/>
              </a:rPr>
              <a:t>ink</a:t>
            </a:r>
            <a:endParaRPr lang="en-US" sz="1100" dirty="0"/>
          </a:p>
          <a:p>
            <a:pPr indent="0" marL="0">
              <a:buNone/>
            </a:pPr>
            <a:r>
              <a:rPr lang="en-US" sz="850" dirty="0">
                <a:solidFill>
                  <a:srgbClr val="64748B"/>
                </a:solidFill>
                <a:latin typeface="Consolas" pitchFamily="34" charset="0"/>
                <a:ea typeface="Consolas" pitchFamily="34" charset="-122"/>
                <a:cs typeface="Consolas" pitchFamily="34" charset="-120"/>
              </a:rPr>
              <a:t>#1F2937</a:t>
            </a:r>
            <a:endParaRPr lang="en-US" sz="1100" dirty="0"/>
          </a:p>
          <a:p>
            <a:pPr indent="0" marL="0">
              <a:buNone/>
            </a:pPr>
            <a:r>
              <a:rPr lang="en-US" sz="850" dirty="0">
                <a:solidFill>
                  <a:srgbClr val="1F2937"/>
                </a:solidFill>
                <a:latin typeface="Yu Gothic UI" pitchFamily="34" charset="0"/>
                <a:ea typeface="Yu Gothic UI" pitchFamily="34" charset="-122"/>
                <a:cs typeface="Yu Gothic UI" pitchFamily="34" charset="-120"/>
              </a:rPr>
              <a:t>本文</a:t>
            </a:r>
            <a:endParaRPr lang="en-US" sz="1100" dirty="0"/>
          </a:p>
        </p:txBody>
      </p:sp>
      <p:sp>
        <p:nvSpPr>
          <p:cNvPr id="23" name="Shape 21"/>
          <p:cNvSpPr/>
          <p:nvPr/>
        </p:nvSpPr>
        <p:spPr>
          <a:xfrm>
            <a:off x="2578608" y="2423160"/>
            <a:ext cx="777240" cy="822960"/>
          </a:xfrm>
          <a:prstGeom prst="rect">
            <a:avLst/>
          </a:prstGeom>
          <a:solidFill>
            <a:srgbClr val="64748B"/>
          </a:solidFill>
          <a:ln w="6350">
            <a:solidFill>
              <a:srgbClr val="E2E8F0"/>
            </a:solidFill>
            <a:prstDash val="solid"/>
          </a:ln>
        </p:spPr>
      </p:sp>
      <p:sp>
        <p:nvSpPr>
          <p:cNvPr id="24" name="Shape 22"/>
          <p:cNvSpPr/>
          <p:nvPr/>
        </p:nvSpPr>
        <p:spPr>
          <a:xfrm>
            <a:off x="3355848" y="2423160"/>
            <a:ext cx="1234440" cy="822960"/>
          </a:xfrm>
          <a:prstGeom prst="rect">
            <a:avLst/>
          </a:prstGeom>
          <a:solidFill>
            <a:srgbClr val="FFFFFF"/>
          </a:solidFill>
          <a:ln w="6350">
            <a:solidFill>
              <a:srgbClr val="E2E8F0"/>
            </a:solidFill>
            <a:prstDash val="solid"/>
          </a:ln>
        </p:spPr>
      </p:sp>
      <p:sp>
        <p:nvSpPr>
          <p:cNvPr id="25" name="Text 23"/>
          <p:cNvSpPr/>
          <p:nvPr/>
        </p:nvSpPr>
        <p:spPr>
          <a:xfrm>
            <a:off x="3447288" y="2468880"/>
            <a:ext cx="1097280" cy="731520"/>
          </a:xfrm>
          <a:prstGeom prst="rect">
            <a:avLst/>
          </a:prstGeom>
          <a:noFill/>
          <a:ln/>
        </p:spPr>
        <p:txBody>
          <a:bodyPr wrap="square" lIns="0" tIns="0" rIns="0" bIns="0" rtlCol="0" anchor="t"/>
          <a:lstStyle/>
          <a:p>
            <a:pPr indent="0" marL="0">
              <a:buNone/>
            </a:pPr>
            <a:r>
              <a:rPr lang="en-US" sz="1100" b="1" dirty="0">
                <a:solidFill>
                  <a:srgbClr val="0F1B3D"/>
                </a:solidFill>
                <a:latin typeface="Yu Gothic UI" pitchFamily="34" charset="0"/>
                <a:ea typeface="Yu Gothic UI" pitchFamily="34" charset="-122"/>
                <a:cs typeface="Yu Gothic UI" pitchFamily="34" charset="-120"/>
              </a:rPr>
              <a:t>muted</a:t>
            </a:r>
            <a:endParaRPr lang="en-US" sz="1100" dirty="0"/>
          </a:p>
          <a:p>
            <a:pPr indent="0" marL="0">
              <a:buNone/>
            </a:pPr>
            <a:r>
              <a:rPr lang="en-US" sz="850" dirty="0">
                <a:solidFill>
                  <a:srgbClr val="64748B"/>
                </a:solidFill>
                <a:latin typeface="Consolas" pitchFamily="34" charset="0"/>
                <a:ea typeface="Consolas" pitchFamily="34" charset="-122"/>
                <a:cs typeface="Consolas" pitchFamily="34" charset="-120"/>
              </a:rPr>
              <a:t>#64748B</a:t>
            </a:r>
            <a:endParaRPr lang="en-US" sz="1100" dirty="0"/>
          </a:p>
          <a:p>
            <a:pPr indent="0" marL="0">
              <a:buNone/>
            </a:pPr>
            <a:r>
              <a:rPr lang="en-US" sz="850" dirty="0">
                <a:solidFill>
                  <a:srgbClr val="1F2937"/>
                </a:solidFill>
                <a:latin typeface="Yu Gothic UI" pitchFamily="34" charset="0"/>
                <a:ea typeface="Yu Gothic UI" pitchFamily="34" charset="-122"/>
                <a:cs typeface="Yu Gothic UI" pitchFamily="34" charset="-120"/>
              </a:rPr>
              <a:t>補足・キャプション</a:t>
            </a:r>
            <a:endParaRPr lang="en-US" sz="1100" dirty="0"/>
          </a:p>
        </p:txBody>
      </p:sp>
      <p:sp>
        <p:nvSpPr>
          <p:cNvPr id="26" name="Shape 24"/>
          <p:cNvSpPr/>
          <p:nvPr/>
        </p:nvSpPr>
        <p:spPr>
          <a:xfrm>
            <a:off x="4700016" y="2423160"/>
            <a:ext cx="777240" cy="822960"/>
          </a:xfrm>
          <a:prstGeom prst="rect">
            <a:avLst/>
          </a:prstGeom>
          <a:solidFill>
            <a:srgbClr val="E2E8F0"/>
          </a:solidFill>
          <a:ln w="6350">
            <a:solidFill>
              <a:srgbClr val="E2E8F0"/>
            </a:solidFill>
            <a:prstDash val="solid"/>
          </a:ln>
        </p:spPr>
      </p:sp>
      <p:sp>
        <p:nvSpPr>
          <p:cNvPr id="27" name="Shape 25"/>
          <p:cNvSpPr/>
          <p:nvPr/>
        </p:nvSpPr>
        <p:spPr>
          <a:xfrm>
            <a:off x="5477256" y="2423160"/>
            <a:ext cx="1234440" cy="822960"/>
          </a:xfrm>
          <a:prstGeom prst="rect">
            <a:avLst/>
          </a:prstGeom>
          <a:solidFill>
            <a:srgbClr val="FFFFFF"/>
          </a:solidFill>
          <a:ln w="6350">
            <a:solidFill>
              <a:srgbClr val="E2E8F0"/>
            </a:solidFill>
            <a:prstDash val="solid"/>
          </a:ln>
        </p:spPr>
      </p:sp>
      <p:sp>
        <p:nvSpPr>
          <p:cNvPr id="28" name="Text 26"/>
          <p:cNvSpPr/>
          <p:nvPr/>
        </p:nvSpPr>
        <p:spPr>
          <a:xfrm>
            <a:off x="5568696" y="2468880"/>
            <a:ext cx="1097280" cy="731520"/>
          </a:xfrm>
          <a:prstGeom prst="rect">
            <a:avLst/>
          </a:prstGeom>
          <a:noFill/>
          <a:ln/>
        </p:spPr>
        <p:txBody>
          <a:bodyPr wrap="square" lIns="0" tIns="0" rIns="0" bIns="0" rtlCol="0" anchor="t"/>
          <a:lstStyle/>
          <a:p>
            <a:pPr indent="0" marL="0">
              <a:buNone/>
            </a:pPr>
            <a:r>
              <a:rPr lang="en-US" sz="1100" b="1" dirty="0">
                <a:solidFill>
                  <a:srgbClr val="0F1B3D"/>
                </a:solidFill>
                <a:latin typeface="Yu Gothic UI" pitchFamily="34" charset="0"/>
                <a:ea typeface="Yu Gothic UI" pitchFamily="34" charset="-122"/>
                <a:cs typeface="Yu Gothic UI" pitchFamily="34" charset="-120"/>
              </a:rPr>
              <a:t>line</a:t>
            </a:r>
            <a:endParaRPr lang="en-US" sz="1100" dirty="0"/>
          </a:p>
          <a:p>
            <a:pPr indent="0" marL="0">
              <a:buNone/>
            </a:pPr>
            <a:r>
              <a:rPr lang="en-US" sz="850" dirty="0">
                <a:solidFill>
                  <a:srgbClr val="64748B"/>
                </a:solidFill>
                <a:latin typeface="Consolas" pitchFamily="34" charset="0"/>
                <a:ea typeface="Consolas" pitchFamily="34" charset="-122"/>
                <a:cs typeface="Consolas" pitchFamily="34" charset="-120"/>
              </a:rPr>
              <a:t>#E2E8F0</a:t>
            </a:r>
            <a:endParaRPr lang="en-US" sz="1100" dirty="0"/>
          </a:p>
          <a:p>
            <a:pPr indent="0" marL="0">
              <a:buNone/>
            </a:pPr>
            <a:r>
              <a:rPr lang="en-US" sz="850" dirty="0">
                <a:solidFill>
                  <a:srgbClr val="1F2937"/>
                </a:solidFill>
                <a:latin typeface="Yu Gothic UI" pitchFamily="34" charset="0"/>
                <a:ea typeface="Yu Gothic UI" pitchFamily="34" charset="-122"/>
                <a:cs typeface="Yu Gothic UI" pitchFamily="34" charset="-120"/>
              </a:rPr>
              <a:t>区切り線・枠</a:t>
            </a:r>
            <a:endParaRPr lang="en-US" sz="1100" dirty="0"/>
          </a:p>
        </p:txBody>
      </p:sp>
      <p:sp>
        <p:nvSpPr>
          <p:cNvPr id="29" name="Shape 27"/>
          <p:cNvSpPr/>
          <p:nvPr/>
        </p:nvSpPr>
        <p:spPr>
          <a:xfrm>
            <a:off x="6821424" y="2423160"/>
            <a:ext cx="777240" cy="822960"/>
          </a:xfrm>
          <a:prstGeom prst="rect">
            <a:avLst/>
          </a:prstGeom>
          <a:solidFill>
            <a:srgbClr val="F8FAFC"/>
          </a:solidFill>
          <a:ln w="6350">
            <a:solidFill>
              <a:srgbClr val="E2E8F0"/>
            </a:solidFill>
            <a:prstDash val="solid"/>
          </a:ln>
        </p:spPr>
      </p:sp>
      <p:sp>
        <p:nvSpPr>
          <p:cNvPr id="30" name="Shape 28"/>
          <p:cNvSpPr/>
          <p:nvPr/>
        </p:nvSpPr>
        <p:spPr>
          <a:xfrm>
            <a:off x="7598664" y="2423160"/>
            <a:ext cx="1234440" cy="822960"/>
          </a:xfrm>
          <a:prstGeom prst="rect">
            <a:avLst/>
          </a:prstGeom>
          <a:solidFill>
            <a:srgbClr val="FFFFFF"/>
          </a:solidFill>
          <a:ln w="6350">
            <a:solidFill>
              <a:srgbClr val="E2E8F0"/>
            </a:solidFill>
            <a:prstDash val="solid"/>
          </a:ln>
        </p:spPr>
      </p:sp>
      <p:sp>
        <p:nvSpPr>
          <p:cNvPr id="31" name="Text 29"/>
          <p:cNvSpPr/>
          <p:nvPr/>
        </p:nvSpPr>
        <p:spPr>
          <a:xfrm>
            <a:off x="7690104" y="2468880"/>
            <a:ext cx="1097280" cy="731520"/>
          </a:xfrm>
          <a:prstGeom prst="rect">
            <a:avLst/>
          </a:prstGeom>
          <a:noFill/>
          <a:ln/>
        </p:spPr>
        <p:txBody>
          <a:bodyPr wrap="square" lIns="0" tIns="0" rIns="0" bIns="0" rtlCol="0" anchor="t"/>
          <a:lstStyle/>
          <a:p>
            <a:pPr indent="0" marL="0">
              <a:buNone/>
            </a:pPr>
            <a:r>
              <a:rPr lang="en-US" sz="1100" b="1" dirty="0">
                <a:solidFill>
                  <a:srgbClr val="0F1B3D"/>
                </a:solidFill>
                <a:latin typeface="Yu Gothic UI" pitchFamily="34" charset="0"/>
                <a:ea typeface="Yu Gothic UI" pitchFamily="34" charset="-122"/>
                <a:cs typeface="Yu Gothic UI" pitchFamily="34" charset="-120"/>
              </a:rPr>
              <a:t>bg_soft</a:t>
            </a:r>
            <a:endParaRPr lang="en-US" sz="1100" dirty="0"/>
          </a:p>
          <a:p>
            <a:pPr indent="0" marL="0">
              <a:buNone/>
            </a:pPr>
            <a:r>
              <a:rPr lang="en-US" sz="850" dirty="0">
                <a:solidFill>
                  <a:srgbClr val="64748B"/>
                </a:solidFill>
                <a:latin typeface="Consolas" pitchFamily="34" charset="0"/>
                <a:ea typeface="Consolas" pitchFamily="34" charset="-122"/>
                <a:cs typeface="Consolas" pitchFamily="34" charset="-120"/>
              </a:rPr>
              <a:t>#F8FAFC</a:t>
            </a:r>
            <a:endParaRPr lang="en-US" sz="1100" dirty="0"/>
          </a:p>
          <a:p>
            <a:pPr indent="0" marL="0">
              <a:buNone/>
            </a:pPr>
            <a:r>
              <a:rPr lang="en-US" sz="850" dirty="0">
                <a:solidFill>
                  <a:srgbClr val="1F2937"/>
                </a:solidFill>
                <a:latin typeface="Yu Gothic UI" pitchFamily="34" charset="0"/>
                <a:ea typeface="Yu Gothic UI" pitchFamily="34" charset="-122"/>
                <a:cs typeface="Yu Gothic UI" pitchFamily="34" charset="-120"/>
              </a:rPr>
              <a:t>ソフト背景</a:t>
            </a:r>
            <a:endParaRPr lang="en-US" sz="1100" dirty="0"/>
          </a:p>
        </p:txBody>
      </p:sp>
      <p:sp>
        <p:nvSpPr>
          <p:cNvPr id="32" name="Text 30"/>
          <p:cNvSpPr/>
          <p:nvPr/>
        </p:nvSpPr>
        <p:spPr>
          <a:xfrm>
            <a:off x="457200" y="3520440"/>
            <a:ext cx="8229600" cy="274320"/>
          </a:xfrm>
          <a:prstGeom prst="rect">
            <a:avLst/>
          </a:prstGeom>
          <a:noFill/>
          <a:ln/>
        </p:spPr>
        <p:txBody>
          <a:bodyPr wrap="square" lIns="0" tIns="0" rIns="0" bIns="0" rtlCol="0" anchor="ctr"/>
          <a:lstStyle/>
          <a:p>
            <a:pPr algn="l" indent="0" marL="0">
              <a:buNone/>
            </a:pPr>
            <a:r>
              <a:rPr lang="en-US" sz="1200" b="1" dirty="0">
                <a:solidFill>
                  <a:srgbClr val="0F1B3D"/>
                </a:solidFill>
                <a:latin typeface="Yu Gothic UI" pitchFamily="34" charset="0"/>
                <a:ea typeface="Yu Gothic UI" pitchFamily="34" charset="-122"/>
                <a:cs typeface="Yu Gothic UI" pitchFamily="34" charset="-120"/>
              </a:rPr>
              <a:t>フォント &amp; 使い分けルール</a:t>
            </a:r>
            <a:endParaRPr lang="en-US" sz="1200" dirty="0"/>
          </a:p>
        </p:txBody>
      </p:sp>
      <p:sp>
        <p:nvSpPr>
          <p:cNvPr id="33" name="Shape 31"/>
          <p:cNvSpPr/>
          <p:nvPr/>
        </p:nvSpPr>
        <p:spPr>
          <a:xfrm>
            <a:off x="457200" y="3840480"/>
            <a:ext cx="4069080" cy="868680"/>
          </a:xfrm>
          <a:prstGeom prst="rect">
            <a:avLst/>
          </a:prstGeom>
          <a:solidFill>
            <a:srgbClr val="F8FAFC"/>
          </a:solidFill>
          <a:ln w="6350">
            <a:solidFill>
              <a:srgbClr val="E2E8F0"/>
            </a:solidFill>
            <a:prstDash val="solid"/>
          </a:ln>
        </p:spPr>
      </p:sp>
      <p:sp>
        <p:nvSpPr>
          <p:cNvPr id="34" name="Text 32"/>
          <p:cNvSpPr/>
          <p:nvPr/>
        </p:nvSpPr>
        <p:spPr>
          <a:xfrm>
            <a:off x="594360" y="3886200"/>
            <a:ext cx="3794760" cy="777240"/>
          </a:xfrm>
          <a:prstGeom prst="rect">
            <a:avLst/>
          </a:prstGeom>
          <a:noFill/>
          <a:ln/>
        </p:spPr>
        <p:txBody>
          <a:bodyPr wrap="square" lIns="0" tIns="0" rIns="0" bIns="0" rtlCol="0" anchor="t"/>
          <a:lstStyle/>
          <a:p>
            <a:pPr indent="0" marL="0">
              <a:buNone/>
            </a:pPr>
            <a:r>
              <a:rPr lang="en-US" sz="1400" b="1" dirty="0">
                <a:solidFill>
                  <a:srgbClr val="0F1B3D"/>
                </a:solidFill>
                <a:latin typeface="Yu Gothic UI" pitchFamily="34" charset="0"/>
                <a:ea typeface="Yu Gothic UI" pitchFamily="34" charset="-122"/>
                <a:cs typeface="Yu Gothic UI" pitchFamily="34" charset="-120"/>
              </a:rPr>
              <a:t>Yu Gothic UI</a:t>
            </a:r>
            <a:endParaRPr lang="en-US" sz="1400" dirty="0"/>
          </a:p>
          <a:p>
            <a:pPr indent="0" marL="0">
              <a:buNone/>
            </a:pPr>
            <a:r>
              <a:rPr lang="en-US" sz="900" dirty="0">
                <a:solidFill>
                  <a:srgbClr val="64748B"/>
                </a:solidFill>
                <a:latin typeface="Yu Gothic UI" pitchFamily="34" charset="0"/>
                <a:ea typeface="Yu Gothic UI" pitchFamily="34" charset="-122"/>
                <a:cs typeface="Yu Gothic UI" pitchFamily="34" charset="-120"/>
              </a:rPr>
              <a:t>見出し・本文の標準フォント</a:t>
            </a:r>
            <a:endParaRPr lang="en-US" sz="1400" dirty="0"/>
          </a:p>
          <a:p>
            <a:pPr indent="0" marL="0">
              <a:buNone/>
            </a:pPr>
            <a:r>
              <a:rPr lang="en-US" sz="1200" b="1" dirty="0">
                <a:solidFill>
                  <a:srgbClr val="0F1B3D"/>
                </a:solidFill>
                <a:latin typeface="Consolas" pitchFamily="34" charset="0"/>
                <a:ea typeface="Consolas" pitchFamily="34" charset="-122"/>
                <a:cs typeface="Consolas" pitchFamily="34" charset="-120"/>
              </a:rPr>
              <a:t>Consolas  </a:t>
            </a:r>
            <a:pPr indent="0" marL="0">
              <a:buNone/>
            </a:pPr>
            <a:r>
              <a:rPr lang="en-US" sz="900" dirty="0">
                <a:solidFill>
                  <a:srgbClr val="64748B"/>
                </a:solidFill>
                <a:latin typeface="Yu Gothic UI" pitchFamily="34" charset="0"/>
                <a:ea typeface="Yu Gothic UI" pitchFamily="34" charset="-122"/>
                <a:cs typeface="Yu Gothic UI" pitchFamily="34" charset="-120"/>
              </a:rPr>
              <a:t>コード・変数名・パスに使用</a:t>
            </a:r>
            <a:endParaRPr lang="en-US" sz="1400" dirty="0"/>
          </a:p>
        </p:txBody>
      </p:sp>
      <p:sp>
        <p:nvSpPr>
          <p:cNvPr id="35" name="Shape 33"/>
          <p:cNvSpPr/>
          <p:nvPr/>
        </p:nvSpPr>
        <p:spPr>
          <a:xfrm>
            <a:off x="4617720" y="3840480"/>
            <a:ext cx="4069080" cy="868680"/>
          </a:xfrm>
          <a:prstGeom prst="rect">
            <a:avLst/>
          </a:prstGeom>
          <a:solidFill>
            <a:srgbClr val="F8FAFC"/>
          </a:solidFill>
          <a:ln w="6350">
            <a:solidFill>
              <a:srgbClr val="E2E8F0"/>
            </a:solidFill>
            <a:prstDash val="solid"/>
          </a:ln>
        </p:spPr>
      </p:sp>
      <p:sp>
        <p:nvSpPr>
          <p:cNvPr id="36" name="Text 34"/>
          <p:cNvSpPr/>
          <p:nvPr/>
        </p:nvSpPr>
        <p:spPr>
          <a:xfrm>
            <a:off x="4754880" y="3886200"/>
            <a:ext cx="3794760" cy="777240"/>
          </a:xfrm>
          <a:prstGeom prst="rect">
            <a:avLst/>
          </a:prstGeom>
          <a:noFill/>
          <a:ln/>
        </p:spPr>
        <p:txBody>
          <a:bodyPr wrap="square" lIns="0" tIns="0" rIns="0" bIns="0" rtlCol="0" anchor="t"/>
          <a:lstStyle/>
          <a:p>
            <a:pPr indent="0" marL="0">
              <a:buNone/>
            </a:pPr>
            <a:r>
              <a:rPr lang="en-US" sz="1000" b="1" dirty="0">
                <a:solidFill>
                  <a:srgbClr val="D97706"/>
                </a:solidFill>
                <a:latin typeface="Yu Gothic UI" pitchFamily="34" charset="0"/>
                <a:ea typeface="Yu Gothic UI" pitchFamily="34" charset="-122"/>
                <a:cs typeface="Yu Gothic UI" pitchFamily="34" charset="-120"/>
              </a:rPr>
              <a:t>色の使い分け原則</a:t>
            </a:r>
            <a:endParaRPr lang="en-US" sz="1000" dirty="0"/>
          </a:p>
          <a:p>
            <a:pPr indent="0" marL="0">
              <a:buNone/>
            </a:pPr>
            <a:r>
              <a:rPr lang="en-US" sz="900" dirty="0">
                <a:solidFill>
                  <a:srgbClr val="1F2937"/>
                </a:solidFill>
                <a:latin typeface="Yu Gothic UI" pitchFamily="34" charset="0"/>
                <a:ea typeface="Yu Gothic UI" pitchFamily="34" charset="-122"/>
                <a:cs typeface="Yu Gothic UI" pitchFamily="34" charset="-120"/>
              </a:rPr>
              <a:t>•  navy = 見出し / blue・teal = 強調と区別</a:t>
            </a:r>
            <a:endParaRPr lang="en-US" sz="1000" dirty="0"/>
          </a:p>
          <a:p>
            <a:pPr indent="0" marL="0">
              <a:buNone/>
            </a:pPr>
            <a:r>
              <a:rPr lang="en-US" sz="900" dirty="0">
                <a:solidFill>
                  <a:srgbClr val="1F2937"/>
                </a:solidFill>
                <a:latin typeface="Yu Gothic UI" pitchFamily="34" charset="0"/>
                <a:ea typeface="Yu Gothic UI" pitchFamily="34" charset="-122"/>
                <a:cs typeface="Yu Gothic UI" pitchFamily="34" charset="-120"/>
              </a:rPr>
              <a:t>•  amber は警告・短期・注意のみ(乱用しない)</a:t>
            </a:r>
            <a:endParaRPr lang="en-US" sz="1000" dirty="0"/>
          </a:p>
          <a:p>
            <a:pPr indent="0" marL="0">
              <a:buNone/>
            </a:pPr>
            <a:r>
              <a:rPr lang="en-US" sz="900" dirty="0">
                <a:solidFill>
                  <a:srgbClr val="1F2937"/>
                </a:solidFill>
                <a:latin typeface="Yu Gothic UI" pitchFamily="34" charset="0"/>
                <a:ea typeface="Yu Gothic UI" pitchFamily="34" charset="-122"/>
                <a:cs typeface="Yu Gothic UI" pitchFamily="34" charset="-120"/>
              </a:rPr>
              <a:t>•  本文での色は最大2色まで(navy bold + 通常色)</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L2ノルム分析スライド・コンポーネントカタログ</dc:title>
  <dc:subject>PptxGenJS Presentation</dc:subject>
  <dc:creator>PptxGenJS</dc:creator>
  <cp:lastModifiedBy>PptxGenJS</cp:lastModifiedBy>
  <cp:revision>1</cp:revision>
  <dcterms:created xsi:type="dcterms:W3CDTF">2026-05-08T04:09:19Z</dcterms:created>
  <dcterms:modified xsi:type="dcterms:W3CDTF">2026-05-08T04:09:19Z</dcterms:modified>
</cp:coreProperties>
</file>